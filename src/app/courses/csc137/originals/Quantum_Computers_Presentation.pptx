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45" d="100"/>
          <a:sy n="45" d="100"/>
        </p:scale>
        <p:origin x="1184" y="5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24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24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0FF7CE4-0305-4CEF-98F3-4459D2B25B9C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1283BC8-4095-46B2-B09E-F6D7E588AD09}">
      <dgm:prSet/>
      <dgm:spPr/>
      <dgm:t>
        <a:bodyPr/>
        <a:lstStyle/>
        <a:p>
          <a:r>
            <a:rPr lang="en-US"/>
            <a:t>• Quantum Bits (Qubits)</a:t>
          </a:r>
        </a:p>
      </dgm:t>
    </dgm:pt>
    <dgm:pt modelId="{8BA89D2A-43EE-4457-BDBB-012B184FEB5D}" type="parTrans" cxnId="{38E2B294-8DF2-4E7D-B03A-F7BB9135502A}">
      <dgm:prSet/>
      <dgm:spPr/>
      <dgm:t>
        <a:bodyPr/>
        <a:lstStyle/>
        <a:p>
          <a:endParaRPr lang="en-US"/>
        </a:p>
      </dgm:t>
    </dgm:pt>
    <dgm:pt modelId="{BFAEFDDF-298C-4FBE-B69A-57392880A894}" type="sibTrans" cxnId="{38E2B294-8DF2-4E7D-B03A-F7BB9135502A}">
      <dgm:prSet/>
      <dgm:spPr/>
      <dgm:t>
        <a:bodyPr/>
        <a:lstStyle/>
        <a:p>
          <a:endParaRPr lang="en-US"/>
        </a:p>
      </dgm:t>
    </dgm:pt>
    <dgm:pt modelId="{37E986AA-34D5-4006-A619-324373AD63AD}">
      <dgm:prSet/>
      <dgm:spPr/>
      <dgm:t>
        <a:bodyPr/>
        <a:lstStyle/>
        <a:p>
          <a:r>
            <a:rPr lang="en-US"/>
            <a:t>• Superposition</a:t>
          </a:r>
        </a:p>
      </dgm:t>
    </dgm:pt>
    <dgm:pt modelId="{9737D4F3-A67D-4ED2-9F4D-D795EC600854}" type="parTrans" cxnId="{2FBE53D7-1F54-40EA-9E9C-85BDB94B0ED1}">
      <dgm:prSet/>
      <dgm:spPr/>
      <dgm:t>
        <a:bodyPr/>
        <a:lstStyle/>
        <a:p>
          <a:endParaRPr lang="en-US"/>
        </a:p>
      </dgm:t>
    </dgm:pt>
    <dgm:pt modelId="{4A5D80CB-94C3-4E38-84F9-0D69BE41227E}" type="sibTrans" cxnId="{2FBE53D7-1F54-40EA-9E9C-85BDB94B0ED1}">
      <dgm:prSet/>
      <dgm:spPr/>
      <dgm:t>
        <a:bodyPr/>
        <a:lstStyle/>
        <a:p>
          <a:endParaRPr lang="en-US"/>
        </a:p>
      </dgm:t>
    </dgm:pt>
    <dgm:pt modelId="{CF3AFF86-AE8D-4701-AD22-698CA8D4936A}">
      <dgm:prSet/>
      <dgm:spPr/>
      <dgm:t>
        <a:bodyPr/>
        <a:lstStyle/>
        <a:p>
          <a:r>
            <a:rPr lang="en-US"/>
            <a:t>• Entanglement</a:t>
          </a:r>
        </a:p>
      </dgm:t>
    </dgm:pt>
    <dgm:pt modelId="{8E964CCE-0940-4FFB-947A-59B638FDFD84}" type="parTrans" cxnId="{4AD28CE3-EA31-413C-97F4-B9464874BC25}">
      <dgm:prSet/>
      <dgm:spPr/>
      <dgm:t>
        <a:bodyPr/>
        <a:lstStyle/>
        <a:p>
          <a:endParaRPr lang="en-US"/>
        </a:p>
      </dgm:t>
    </dgm:pt>
    <dgm:pt modelId="{057D8EC0-5A40-46C4-A2E2-986D1B5B4D07}" type="sibTrans" cxnId="{4AD28CE3-EA31-413C-97F4-B9464874BC25}">
      <dgm:prSet/>
      <dgm:spPr/>
      <dgm:t>
        <a:bodyPr/>
        <a:lstStyle/>
        <a:p>
          <a:endParaRPr lang="en-US"/>
        </a:p>
      </dgm:t>
    </dgm:pt>
    <dgm:pt modelId="{8A458B4A-A09D-4485-AF8F-0E228BFD1C27}">
      <dgm:prSet/>
      <dgm:spPr/>
      <dgm:t>
        <a:bodyPr/>
        <a:lstStyle/>
        <a:p>
          <a:r>
            <a:rPr lang="en-US"/>
            <a:t>• Measurement</a:t>
          </a:r>
        </a:p>
      </dgm:t>
    </dgm:pt>
    <dgm:pt modelId="{4C05E128-F2B9-4DD5-9828-861C16D5A391}" type="parTrans" cxnId="{F86E7376-AA6D-4131-8FC4-1213D72E6FD8}">
      <dgm:prSet/>
      <dgm:spPr/>
      <dgm:t>
        <a:bodyPr/>
        <a:lstStyle/>
        <a:p>
          <a:endParaRPr lang="en-US"/>
        </a:p>
      </dgm:t>
    </dgm:pt>
    <dgm:pt modelId="{092D7454-F9E8-4BCE-994D-468538D16330}" type="sibTrans" cxnId="{F86E7376-AA6D-4131-8FC4-1213D72E6FD8}">
      <dgm:prSet/>
      <dgm:spPr/>
      <dgm:t>
        <a:bodyPr/>
        <a:lstStyle/>
        <a:p>
          <a:endParaRPr lang="en-US"/>
        </a:p>
      </dgm:t>
    </dgm:pt>
    <dgm:pt modelId="{0E737D9A-8986-4049-89F2-0A265F10E59A}" type="pres">
      <dgm:prSet presAssocID="{60FF7CE4-0305-4CEF-98F3-4459D2B25B9C}" presName="root" presStyleCnt="0">
        <dgm:presLayoutVars>
          <dgm:dir/>
          <dgm:resizeHandles val="exact"/>
        </dgm:presLayoutVars>
      </dgm:prSet>
      <dgm:spPr/>
    </dgm:pt>
    <dgm:pt modelId="{B1848A78-DB7F-4CFC-AB11-FC739098CC5D}" type="pres">
      <dgm:prSet presAssocID="{01283BC8-4095-46B2-B09E-F6D7E588AD09}" presName="compNode" presStyleCnt="0"/>
      <dgm:spPr/>
    </dgm:pt>
    <dgm:pt modelId="{AF5C5DB6-6F22-474C-B5F5-A3F4AA563B9E}" type="pres">
      <dgm:prSet presAssocID="{01283BC8-4095-46B2-B09E-F6D7E588AD09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tom"/>
        </a:ext>
      </dgm:extLst>
    </dgm:pt>
    <dgm:pt modelId="{5F718020-D85D-47BA-8401-A47BAABBD50E}" type="pres">
      <dgm:prSet presAssocID="{01283BC8-4095-46B2-B09E-F6D7E588AD09}" presName="spaceRect" presStyleCnt="0"/>
      <dgm:spPr/>
    </dgm:pt>
    <dgm:pt modelId="{07BC2B52-DF64-4C7A-9E77-A9535881A9E5}" type="pres">
      <dgm:prSet presAssocID="{01283BC8-4095-46B2-B09E-F6D7E588AD09}" presName="textRect" presStyleLbl="revTx" presStyleIdx="0" presStyleCnt="4">
        <dgm:presLayoutVars>
          <dgm:chMax val="1"/>
          <dgm:chPref val="1"/>
        </dgm:presLayoutVars>
      </dgm:prSet>
      <dgm:spPr/>
    </dgm:pt>
    <dgm:pt modelId="{9C4F7473-2DF9-4581-A14B-FAE543488EB9}" type="pres">
      <dgm:prSet presAssocID="{BFAEFDDF-298C-4FBE-B69A-57392880A894}" presName="sibTrans" presStyleCnt="0"/>
      <dgm:spPr/>
    </dgm:pt>
    <dgm:pt modelId="{9FDA9AE5-5C10-4872-9062-18C26E7AE869}" type="pres">
      <dgm:prSet presAssocID="{37E986AA-34D5-4006-A619-324373AD63AD}" presName="compNode" presStyleCnt="0"/>
      <dgm:spPr/>
    </dgm:pt>
    <dgm:pt modelId="{38B21245-FD6B-4B3C-BACB-50FEE236B339}" type="pres">
      <dgm:prSet presAssocID="{37E986AA-34D5-4006-A619-324373AD63AD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NA"/>
        </a:ext>
      </dgm:extLst>
    </dgm:pt>
    <dgm:pt modelId="{58EE83FC-FBA9-44C9-8638-259EEEF9B91A}" type="pres">
      <dgm:prSet presAssocID="{37E986AA-34D5-4006-A619-324373AD63AD}" presName="spaceRect" presStyleCnt="0"/>
      <dgm:spPr/>
    </dgm:pt>
    <dgm:pt modelId="{3D2C3B34-974A-41C4-942E-F54F49CDCEDA}" type="pres">
      <dgm:prSet presAssocID="{37E986AA-34D5-4006-A619-324373AD63AD}" presName="textRect" presStyleLbl="revTx" presStyleIdx="1" presStyleCnt="4">
        <dgm:presLayoutVars>
          <dgm:chMax val="1"/>
          <dgm:chPref val="1"/>
        </dgm:presLayoutVars>
      </dgm:prSet>
      <dgm:spPr/>
    </dgm:pt>
    <dgm:pt modelId="{34808DAA-F9B4-4953-A401-CB9A0C19B6D1}" type="pres">
      <dgm:prSet presAssocID="{4A5D80CB-94C3-4E38-84F9-0D69BE41227E}" presName="sibTrans" presStyleCnt="0"/>
      <dgm:spPr/>
    </dgm:pt>
    <dgm:pt modelId="{B6E8E32A-7BF6-466C-A9F3-158411D9E07B}" type="pres">
      <dgm:prSet presAssocID="{CF3AFF86-AE8D-4701-AD22-698CA8D4936A}" presName="compNode" presStyleCnt="0"/>
      <dgm:spPr/>
    </dgm:pt>
    <dgm:pt modelId="{1184B2F9-6AFF-49C8-8364-9A36534F043F}" type="pres">
      <dgm:prSet presAssocID="{CF3AFF86-AE8D-4701-AD22-698CA8D4936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3BC86333-E69E-4068-8C64-E4913BCAA30B}" type="pres">
      <dgm:prSet presAssocID="{CF3AFF86-AE8D-4701-AD22-698CA8D4936A}" presName="spaceRect" presStyleCnt="0"/>
      <dgm:spPr/>
    </dgm:pt>
    <dgm:pt modelId="{B2AEFFD6-C697-443E-804C-35F5FC1D87B2}" type="pres">
      <dgm:prSet presAssocID="{CF3AFF86-AE8D-4701-AD22-698CA8D4936A}" presName="textRect" presStyleLbl="revTx" presStyleIdx="2" presStyleCnt="4">
        <dgm:presLayoutVars>
          <dgm:chMax val="1"/>
          <dgm:chPref val="1"/>
        </dgm:presLayoutVars>
      </dgm:prSet>
      <dgm:spPr/>
    </dgm:pt>
    <dgm:pt modelId="{0A20BCDB-7ABC-4392-A472-85DB8D506153}" type="pres">
      <dgm:prSet presAssocID="{057D8EC0-5A40-46C4-A2E2-986D1B5B4D07}" presName="sibTrans" presStyleCnt="0"/>
      <dgm:spPr/>
    </dgm:pt>
    <dgm:pt modelId="{39FF6FCA-8CA4-4804-87B9-78799732A40A}" type="pres">
      <dgm:prSet presAssocID="{8A458B4A-A09D-4485-AF8F-0E228BFD1C27}" presName="compNode" presStyleCnt="0"/>
      <dgm:spPr/>
    </dgm:pt>
    <dgm:pt modelId="{09172D15-B0BB-4CC5-A36A-99D78C57DDC6}" type="pres">
      <dgm:prSet presAssocID="{8A458B4A-A09D-4485-AF8F-0E228BFD1C27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uler"/>
        </a:ext>
      </dgm:extLst>
    </dgm:pt>
    <dgm:pt modelId="{8D951900-8FF8-4CAA-98AE-B986349730B2}" type="pres">
      <dgm:prSet presAssocID="{8A458B4A-A09D-4485-AF8F-0E228BFD1C27}" presName="spaceRect" presStyleCnt="0"/>
      <dgm:spPr/>
    </dgm:pt>
    <dgm:pt modelId="{CAF712BB-E2C0-47F9-9653-ED5FD7B9D01E}" type="pres">
      <dgm:prSet presAssocID="{8A458B4A-A09D-4485-AF8F-0E228BFD1C27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F885CC29-9A58-4339-93EA-E3639998C7E0}" type="presOf" srcId="{CF3AFF86-AE8D-4701-AD22-698CA8D4936A}" destId="{B2AEFFD6-C697-443E-804C-35F5FC1D87B2}" srcOrd="0" destOrd="0" presId="urn:microsoft.com/office/officeart/2018/2/layout/IconLabelList"/>
    <dgm:cxn modelId="{12555848-5842-4680-AD4F-35AEA3925744}" type="presOf" srcId="{37E986AA-34D5-4006-A619-324373AD63AD}" destId="{3D2C3B34-974A-41C4-942E-F54F49CDCEDA}" srcOrd="0" destOrd="0" presId="urn:microsoft.com/office/officeart/2018/2/layout/IconLabelList"/>
    <dgm:cxn modelId="{F86E7376-AA6D-4131-8FC4-1213D72E6FD8}" srcId="{60FF7CE4-0305-4CEF-98F3-4459D2B25B9C}" destId="{8A458B4A-A09D-4485-AF8F-0E228BFD1C27}" srcOrd="3" destOrd="0" parTransId="{4C05E128-F2B9-4DD5-9828-861C16D5A391}" sibTransId="{092D7454-F9E8-4BCE-994D-468538D16330}"/>
    <dgm:cxn modelId="{229D9C91-9BBD-41FA-9934-97CE46E8153E}" type="presOf" srcId="{8A458B4A-A09D-4485-AF8F-0E228BFD1C27}" destId="{CAF712BB-E2C0-47F9-9653-ED5FD7B9D01E}" srcOrd="0" destOrd="0" presId="urn:microsoft.com/office/officeart/2018/2/layout/IconLabelList"/>
    <dgm:cxn modelId="{38E2B294-8DF2-4E7D-B03A-F7BB9135502A}" srcId="{60FF7CE4-0305-4CEF-98F3-4459D2B25B9C}" destId="{01283BC8-4095-46B2-B09E-F6D7E588AD09}" srcOrd="0" destOrd="0" parTransId="{8BA89D2A-43EE-4457-BDBB-012B184FEB5D}" sibTransId="{BFAEFDDF-298C-4FBE-B69A-57392880A894}"/>
    <dgm:cxn modelId="{9A9902A1-4885-4D67-B00E-2D590E74DC02}" type="presOf" srcId="{01283BC8-4095-46B2-B09E-F6D7E588AD09}" destId="{07BC2B52-DF64-4C7A-9E77-A9535881A9E5}" srcOrd="0" destOrd="0" presId="urn:microsoft.com/office/officeart/2018/2/layout/IconLabelList"/>
    <dgm:cxn modelId="{2FBE53D7-1F54-40EA-9E9C-85BDB94B0ED1}" srcId="{60FF7CE4-0305-4CEF-98F3-4459D2B25B9C}" destId="{37E986AA-34D5-4006-A619-324373AD63AD}" srcOrd="1" destOrd="0" parTransId="{9737D4F3-A67D-4ED2-9F4D-D795EC600854}" sibTransId="{4A5D80CB-94C3-4E38-84F9-0D69BE41227E}"/>
    <dgm:cxn modelId="{E8DEC5DC-C245-4F33-97A7-FC391AD4C184}" type="presOf" srcId="{60FF7CE4-0305-4CEF-98F3-4459D2B25B9C}" destId="{0E737D9A-8986-4049-89F2-0A265F10E59A}" srcOrd="0" destOrd="0" presId="urn:microsoft.com/office/officeart/2018/2/layout/IconLabelList"/>
    <dgm:cxn modelId="{4AD28CE3-EA31-413C-97F4-B9464874BC25}" srcId="{60FF7CE4-0305-4CEF-98F3-4459D2B25B9C}" destId="{CF3AFF86-AE8D-4701-AD22-698CA8D4936A}" srcOrd="2" destOrd="0" parTransId="{8E964CCE-0940-4FFB-947A-59B638FDFD84}" sibTransId="{057D8EC0-5A40-46C4-A2E2-986D1B5B4D07}"/>
    <dgm:cxn modelId="{AC5954AE-9813-4E69-BBDE-0AC9494E563F}" type="presParOf" srcId="{0E737D9A-8986-4049-89F2-0A265F10E59A}" destId="{B1848A78-DB7F-4CFC-AB11-FC739098CC5D}" srcOrd="0" destOrd="0" presId="urn:microsoft.com/office/officeart/2018/2/layout/IconLabelList"/>
    <dgm:cxn modelId="{53F02DCA-0463-4D81-956D-B126977148E5}" type="presParOf" srcId="{B1848A78-DB7F-4CFC-AB11-FC739098CC5D}" destId="{AF5C5DB6-6F22-474C-B5F5-A3F4AA563B9E}" srcOrd="0" destOrd="0" presId="urn:microsoft.com/office/officeart/2018/2/layout/IconLabelList"/>
    <dgm:cxn modelId="{3327EC20-D510-4405-9C14-8363AEF13D29}" type="presParOf" srcId="{B1848A78-DB7F-4CFC-AB11-FC739098CC5D}" destId="{5F718020-D85D-47BA-8401-A47BAABBD50E}" srcOrd="1" destOrd="0" presId="urn:microsoft.com/office/officeart/2018/2/layout/IconLabelList"/>
    <dgm:cxn modelId="{E2D0C6A6-3BBC-4D1E-8CE4-64F19D9155FB}" type="presParOf" srcId="{B1848A78-DB7F-4CFC-AB11-FC739098CC5D}" destId="{07BC2B52-DF64-4C7A-9E77-A9535881A9E5}" srcOrd="2" destOrd="0" presId="urn:microsoft.com/office/officeart/2018/2/layout/IconLabelList"/>
    <dgm:cxn modelId="{55C69E8E-9F0F-4770-B163-98278AB64572}" type="presParOf" srcId="{0E737D9A-8986-4049-89F2-0A265F10E59A}" destId="{9C4F7473-2DF9-4581-A14B-FAE543488EB9}" srcOrd="1" destOrd="0" presId="urn:microsoft.com/office/officeart/2018/2/layout/IconLabelList"/>
    <dgm:cxn modelId="{813A9342-F808-41F7-AC33-86C27B474755}" type="presParOf" srcId="{0E737D9A-8986-4049-89F2-0A265F10E59A}" destId="{9FDA9AE5-5C10-4872-9062-18C26E7AE869}" srcOrd="2" destOrd="0" presId="urn:microsoft.com/office/officeart/2018/2/layout/IconLabelList"/>
    <dgm:cxn modelId="{3124B5E6-9508-4BE0-8742-2B547DB1FD9F}" type="presParOf" srcId="{9FDA9AE5-5C10-4872-9062-18C26E7AE869}" destId="{38B21245-FD6B-4B3C-BACB-50FEE236B339}" srcOrd="0" destOrd="0" presId="urn:microsoft.com/office/officeart/2018/2/layout/IconLabelList"/>
    <dgm:cxn modelId="{756B1D19-6779-4D9C-B082-3B82D1A81931}" type="presParOf" srcId="{9FDA9AE5-5C10-4872-9062-18C26E7AE869}" destId="{58EE83FC-FBA9-44C9-8638-259EEEF9B91A}" srcOrd="1" destOrd="0" presId="urn:microsoft.com/office/officeart/2018/2/layout/IconLabelList"/>
    <dgm:cxn modelId="{3A944778-4B69-4D16-B8B1-922946A0111A}" type="presParOf" srcId="{9FDA9AE5-5C10-4872-9062-18C26E7AE869}" destId="{3D2C3B34-974A-41C4-942E-F54F49CDCEDA}" srcOrd="2" destOrd="0" presId="urn:microsoft.com/office/officeart/2018/2/layout/IconLabelList"/>
    <dgm:cxn modelId="{2156611F-5566-4EBC-AC66-5E5621766021}" type="presParOf" srcId="{0E737D9A-8986-4049-89F2-0A265F10E59A}" destId="{34808DAA-F9B4-4953-A401-CB9A0C19B6D1}" srcOrd="3" destOrd="0" presId="urn:microsoft.com/office/officeart/2018/2/layout/IconLabelList"/>
    <dgm:cxn modelId="{052A3F4B-F000-4C3E-B7FC-55E1B08BAF8C}" type="presParOf" srcId="{0E737D9A-8986-4049-89F2-0A265F10E59A}" destId="{B6E8E32A-7BF6-466C-A9F3-158411D9E07B}" srcOrd="4" destOrd="0" presId="urn:microsoft.com/office/officeart/2018/2/layout/IconLabelList"/>
    <dgm:cxn modelId="{2D4C8766-6530-4440-B959-67E890F67FAA}" type="presParOf" srcId="{B6E8E32A-7BF6-466C-A9F3-158411D9E07B}" destId="{1184B2F9-6AFF-49C8-8364-9A36534F043F}" srcOrd="0" destOrd="0" presId="urn:microsoft.com/office/officeart/2018/2/layout/IconLabelList"/>
    <dgm:cxn modelId="{7D9A9BAA-BB3B-4936-B3A8-ED7A86A4F00E}" type="presParOf" srcId="{B6E8E32A-7BF6-466C-A9F3-158411D9E07B}" destId="{3BC86333-E69E-4068-8C64-E4913BCAA30B}" srcOrd="1" destOrd="0" presId="urn:microsoft.com/office/officeart/2018/2/layout/IconLabelList"/>
    <dgm:cxn modelId="{E28AFA89-4BF9-4B81-95A6-FACBAF92C4DD}" type="presParOf" srcId="{B6E8E32A-7BF6-466C-A9F3-158411D9E07B}" destId="{B2AEFFD6-C697-443E-804C-35F5FC1D87B2}" srcOrd="2" destOrd="0" presId="urn:microsoft.com/office/officeart/2018/2/layout/IconLabelList"/>
    <dgm:cxn modelId="{99F44B84-59C5-4AF8-BF96-F398CDBA41BD}" type="presParOf" srcId="{0E737D9A-8986-4049-89F2-0A265F10E59A}" destId="{0A20BCDB-7ABC-4392-A472-85DB8D506153}" srcOrd="5" destOrd="0" presId="urn:microsoft.com/office/officeart/2018/2/layout/IconLabelList"/>
    <dgm:cxn modelId="{3ED2A309-3502-4668-AA6C-B8DE02BCAF7E}" type="presParOf" srcId="{0E737D9A-8986-4049-89F2-0A265F10E59A}" destId="{39FF6FCA-8CA4-4804-87B9-78799732A40A}" srcOrd="6" destOrd="0" presId="urn:microsoft.com/office/officeart/2018/2/layout/IconLabelList"/>
    <dgm:cxn modelId="{DEA59ABD-E3A7-4D8F-9616-1E75D6F5BE20}" type="presParOf" srcId="{39FF6FCA-8CA4-4804-87B9-78799732A40A}" destId="{09172D15-B0BB-4CC5-A36A-99D78C57DDC6}" srcOrd="0" destOrd="0" presId="urn:microsoft.com/office/officeart/2018/2/layout/IconLabelList"/>
    <dgm:cxn modelId="{2CE82BE5-1274-445D-855A-1EFA9F436613}" type="presParOf" srcId="{39FF6FCA-8CA4-4804-87B9-78799732A40A}" destId="{8D951900-8FF8-4CAA-98AE-B986349730B2}" srcOrd="1" destOrd="0" presId="urn:microsoft.com/office/officeart/2018/2/layout/IconLabelList"/>
    <dgm:cxn modelId="{1EF089BA-5809-4047-A898-64797DBE91BE}" type="presParOf" srcId="{39FF6FCA-8CA4-4804-87B9-78799732A40A}" destId="{CAF712BB-E2C0-47F9-9653-ED5FD7B9D01E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14C5048-4842-478D-8A6E-5853D5EDFD91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30297EDF-4F8F-4B59-8DB8-C7DAB7F6BED6}">
      <dgm:prSet/>
      <dgm:spPr/>
      <dgm:t>
        <a:bodyPr/>
        <a:lstStyle/>
        <a:p>
          <a:r>
            <a:rPr lang="en-US"/>
            <a:t>• Classical Bits vs Quantum Bits</a:t>
          </a:r>
        </a:p>
      </dgm:t>
    </dgm:pt>
    <dgm:pt modelId="{5EA6EA6A-991E-468D-A6FD-4BC1A7A9A964}" type="parTrans" cxnId="{4C8815DF-9E69-42CD-96FF-CC46C11A813A}">
      <dgm:prSet/>
      <dgm:spPr/>
      <dgm:t>
        <a:bodyPr/>
        <a:lstStyle/>
        <a:p>
          <a:endParaRPr lang="en-US"/>
        </a:p>
      </dgm:t>
    </dgm:pt>
    <dgm:pt modelId="{9E8DA9ED-7E73-4731-84A6-E5EEE6CC08EE}" type="sibTrans" cxnId="{4C8815DF-9E69-42CD-96FF-CC46C11A813A}">
      <dgm:prSet/>
      <dgm:spPr/>
      <dgm:t>
        <a:bodyPr/>
        <a:lstStyle/>
        <a:p>
          <a:endParaRPr lang="en-US"/>
        </a:p>
      </dgm:t>
    </dgm:pt>
    <dgm:pt modelId="{E48A2C69-765E-4AD8-B1B5-EA5D0FF37F2A}">
      <dgm:prSet/>
      <dgm:spPr/>
      <dgm:t>
        <a:bodyPr/>
        <a:lstStyle/>
        <a:p>
          <a:r>
            <a:rPr lang="en-US"/>
            <a:t>• Parallelism in Quantum Computers</a:t>
          </a:r>
        </a:p>
      </dgm:t>
    </dgm:pt>
    <dgm:pt modelId="{2B105190-B090-47E1-A18D-06B2EA8AB419}" type="parTrans" cxnId="{ACD8C6E3-9C4A-4EB6-9B9E-EE475511D5FD}">
      <dgm:prSet/>
      <dgm:spPr/>
      <dgm:t>
        <a:bodyPr/>
        <a:lstStyle/>
        <a:p>
          <a:endParaRPr lang="en-US"/>
        </a:p>
      </dgm:t>
    </dgm:pt>
    <dgm:pt modelId="{36966C24-A271-43C5-AFF4-A55B4FDC8A86}" type="sibTrans" cxnId="{ACD8C6E3-9C4A-4EB6-9B9E-EE475511D5FD}">
      <dgm:prSet/>
      <dgm:spPr/>
      <dgm:t>
        <a:bodyPr/>
        <a:lstStyle/>
        <a:p>
          <a:endParaRPr lang="en-US"/>
        </a:p>
      </dgm:t>
    </dgm:pt>
    <dgm:pt modelId="{96184991-6E95-4A63-8B47-6F4EAB474679}">
      <dgm:prSet/>
      <dgm:spPr/>
      <dgm:t>
        <a:bodyPr/>
        <a:lstStyle/>
        <a:p>
          <a:r>
            <a:rPr lang="en-US"/>
            <a:t>• Exponential Growth in Processing Power</a:t>
          </a:r>
        </a:p>
      </dgm:t>
    </dgm:pt>
    <dgm:pt modelId="{320EC18B-9219-410C-8567-C4DDC0AADB2B}" type="parTrans" cxnId="{B267C801-DD50-49FB-BF8E-C8E107BC2E67}">
      <dgm:prSet/>
      <dgm:spPr/>
      <dgm:t>
        <a:bodyPr/>
        <a:lstStyle/>
        <a:p>
          <a:endParaRPr lang="en-US"/>
        </a:p>
      </dgm:t>
    </dgm:pt>
    <dgm:pt modelId="{8F32E672-BA0E-4A2B-B9DD-B2C5E2A23A3F}" type="sibTrans" cxnId="{B267C801-DD50-49FB-BF8E-C8E107BC2E67}">
      <dgm:prSet/>
      <dgm:spPr/>
      <dgm:t>
        <a:bodyPr/>
        <a:lstStyle/>
        <a:p>
          <a:endParaRPr lang="en-US"/>
        </a:p>
      </dgm:t>
    </dgm:pt>
    <dgm:pt modelId="{D692038C-73EB-4145-9ED9-BAF2ABD62936}" type="pres">
      <dgm:prSet presAssocID="{E14C5048-4842-478D-8A6E-5853D5EDFD91}" presName="vert0" presStyleCnt="0">
        <dgm:presLayoutVars>
          <dgm:dir/>
          <dgm:animOne val="branch"/>
          <dgm:animLvl val="lvl"/>
        </dgm:presLayoutVars>
      </dgm:prSet>
      <dgm:spPr/>
    </dgm:pt>
    <dgm:pt modelId="{4BAF1B38-FE80-41A3-85B4-CE4B0677E7EC}" type="pres">
      <dgm:prSet presAssocID="{30297EDF-4F8F-4B59-8DB8-C7DAB7F6BED6}" presName="thickLine" presStyleLbl="alignNode1" presStyleIdx="0" presStyleCnt="3"/>
      <dgm:spPr/>
    </dgm:pt>
    <dgm:pt modelId="{F3DCA1EC-D2B8-4652-A7F6-D064146B162A}" type="pres">
      <dgm:prSet presAssocID="{30297EDF-4F8F-4B59-8DB8-C7DAB7F6BED6}" presName="horz1" presStyleCnt="0"/>
      <dgm:spPr/>
    </dgm:pt>
    <dgm:pt modelId="{F957D666-3D5F-461F-B5D6-4BD548F7302D}" type="pres">
      <dgm:prSet presAssocID="{30297EDF-4F8F-4B59-8DB8-C7DAB7F6BED6}" presName="tx1" presStyleLbl="revTx" presStyleIdx="0" presStyleCnt="3"/>
      <dgm:spPr/>
    </dgm:pt>
    <dgm:pt modelId="{475064BC-EAAC-42EA-98D5-0869B0F83CB8}" type="pres">
      <dgm:prSet presAssocID="{30297EDF-4F8F-4B59-8DB8-C7DAB7F6BED6}" presName="vert1" presStyleCnt="0"/>
      <dgm:spPr/>
    </dgm:pt>
    <dgm:pt modelId="{F1AFC399-8C0C-4E99-8BF6-74D4380A3D23}" type="pres">
      <dgm:prSet presAssocID="{E48A2C69-765E-4AD8-B1B5-EA5D0FF37F2A}" presName="thickLine" presStyleLbl="alignNode1" presStyleIdx="1" presStyleCnt="3"/>
      <dgm:spPr/>
    </dgm:pt>
    <dgm:pt modelId="{37867A5A-C9CB-48A7-8AF0-37FB6FC82E78}" type="pres">
      <dgm:prSet presAssocID="{E48A2C69-765E-4AD8-B1B5-EA5D0FF37F2A}" presName="horz1" presStyleCnt="0"/>
      <dgm:spPr/>
    </dgm:pt>
    <dgm:pt modelId="{E26D66A7-89F4-44F9-84B7-FB2D3FBE46D6}" type="pres">
      <dgm:prSet presAssocID="{E48A2C69-765E-4AD8-B1B5-EA5D0FF37F2A}" presName="tx1" presStyleLbl="revTx" presStyleIdx="1" presStyleCnt="3"/>
      <dgm:spPr/>
    </dgm:pt>
    <dgm:pt modelId="{4D9620C5-76EC-44BA-88FB-602D6D3252F3}" type="pres">
      <dgm:prSet presAssocID="{E48A2C69-765E-4AD8-B1B5-EA5D0FF37F2A}" presName="vert1" presStyleCnt="0"/>
      <dgm:spPr/>
    </dgm:pt>
    <dgm:pt modelId="{3865C025-7B2A-4EC8-B564-383E4B2B476F}" type="pres">
      <dgm:prSet presAssocID="{96184991-6E95-4A63-8B47-6F4EAB474679}" presName="thickLine" presStyleLbl="alignNode1" presStyleIdx="2" presStyleCnt="3"/>
      <dgm:spPr/>
    </dgm:pt>
    <dgm:pt modelId="{D18E26E3-0303-4A19-9EB3-1C4F60D51EDB}" type="pres">
      <dgm:prSet presAssocID="{96184991-6E95-4A63-8B47-6F4EAB474679}" presName="horz1" presStyleCnt="0"/>
      <dgm:spPr/>
    </dgm:pt>
    <dgm:pt modelId="{1305E913-8917-4348-9B37-7878C796C280}" type="pres">
      <dgm:prSet presAssocID="{96184991-6E95-4A63-8B47-6F4EAB474679}" presName="tx1" presStyleLbl="revTx" presStyleIdx="2" presStyleCnt="3"/>
      <dgm:spPr/>
    </dgm:pt>
    <dgm:pt modelId="{A52C0464-4074-4B57-AEC6-21BCBABEB912}" type="pres">
      <dgm:prSet presAssocID="{96184991-6E95-4A63-8B47-6F4EAB474679}" presName="vert1" presStyleCnt="0"/>
      <dgm:spPr/>
    </dgm:pt>
  </dgm:ptLst>
  <dgm:cxnLst>
    <dgm:cxn modelId="{B267C801-DD50-49FB-BF8E-C8E107BC2E67}" srcId="{E14C5048-4842-478D-8A6E-5853D5EDFD91}" destId="{96184991-6E95-4A63-8B47-6F4EAB474679}" srcOrd="2" destOrd="0" parTransId="{320EC18B-9219-410C-8567-C4DDC0AADB2B}" sibTransId="{8F32E672-BA0E-4A2B-B9DD-B2C5E2A23A3F}"/>
    <dgm:cxn modelId="{5E323D2A-87A4-42F9-885A-6813870765F4}" type="presOf" srcId="{96184991-6E95-4A63-8B47-6F4EAB474679}" destId="{1305E913-8917-4348-9B37-7878C796C280}" srcOrd="0" destOrd="0" presId="urn:microsoft.com/office/officeart/2008/layout/LinedList"/>
    <dgm:cxn modelId="{DCD2B945-C06D-46A2-9ED4-55E33965B93A}" type="presOf" srcId="{E14C5048-4842-478D-8A6E-5853D5EDFD91}" destId="{D692038C-73EB-4145-9ED9-BAF2ABD62936}" srcOrd="0" destOrd="0" presId="urn:microsoft.com/office/officeart/2008/layout/LinedList"/>
    <dgm:cxn modelId="{7E970C82-65EE-4810-9E25-050CDAEE3D6E}" type="presOf" srcId="{30297EDF-4F8F-4B59-8DB8-C7DAB7F6BED6}" destId="{F957D666-3D5F-461F-B5D6-4BD548F7302D}" srcOrd="0" destOrd="0" presId="urn:microsoft.com/office/officeart/2008/layout/LinedList"/>
    <dgm:cxn modelId="{EEE567DB-10C6-4E96-A41D-56E9132DBE39}" type="presOf" srcId="{E48A2C69-765E-4AD8-B1B5-EA5D0FF37F2A}" destId="{E26D66A7-89F4-44F9-84B7-FB2D3FBE46D6}" srcOrd="0" destOrd="0" presId="urn:microsoft.com/office/officeart/2008/layout/LinedList"/>
    <dgm:cxn modelId="{4C8815DF-9E69-42CD-96FF-CC46C11A813A}" srcId="{E14C5048-4842-478D-8A6E-5853D5EDFD91}" destId="{30297EDF-4F8F-4B59-8DB8-C7DAB7F6BED6}" srcOrd="0" destOrd="0" parTransId="{5EA6EA6A-991E-468D-A6FD-4BC1A7A9A964}" sibTransId="{9E8DA9ED-7E73-4731-84A6-E5EEE6CC08EE}"/>
    <dgm:cxn modelId="{ACD8C6E3-9C4A-4EB6-9B9E-EE475511D5FD}" srcId="{E14C5048-4842-478D-8A6E-5853D5EDFD91}" destId="{E48A2C69-765E-4AD8-B1B5-EA5D0FF37F2A}" srcOrd="1" destOrd="0" parTransId="{2B105190-B090-47E1-A18D-06B2EA8AB419}" sibTransId="{36966C24-A271-43C5-AFF4-A55B4FDC8A86}"/>
    <dgm:cxn modelId="{9B1CD731-DBD4-4CB4-BC78-EE461268FFDC}" type="presParOf" srcId="{D692038C-73EB-4145-9ED9-BAF2ABD62936}" destId="{4BAF1B38-FE80-41A3-85B4-CE4B0677E7EC}" srcOrd="0" destOrd="0" presId="urn:microsoft.com/office/officeart/2008/layout/LinedList"/>
    <dgm:cxn modelId="{F87624EC-B3EE-47A6-BC7E-C97FC1573CDF}" type="presParOf" srcId="{D692038C-73EB-4145-9ED9-BAF2ABD62936}" destId="{F3DCA1EC-D2B8-4652-A7F6-D064146B162A}" srcOrd="1" destOrd="0" presId="urn:microsoft.com/office/officeart/2008/layout/LinedList"/>
    <dgm:cxn modelId="{96947A17-EAC4-4AED-BAF1-4C5FE43275CC}" type="presParOf" srcId="{F3DCA1EC-D2B8-4652-A7F6-D064146B162A}" destId="{F957D666-3D5F-461F-B5D6-4BD548F7302D}" srcOrd="0" destOrd="0" presId="urn:microsoft.com/office/officeart/2008/layout/LinedList"/>
    <dgm:cxn modelId="{9A438B85-E217-4948-BB26-E60397F66492}" type="presParOf" srcId="{F3DCA1EC-D2B8-4652-A7F6-D064146B162A}" destId="{475064BC-EAAC-42EA-98D5-0869B0F83CB8}" srcOrd="1" destOrd="0" presId="urn:microsoft.com/office/officeart/2008/layout/LinedList"/>
    <dgm:cxn modelId="{E26A4EF7-8F9E-42C5-8112-C0758E94C3E1}" type="presParOf" srcId="{D692038C-73EB-4145-9ED9-BAF2ABD62936}" destId="{F1AFC399-8C0C-4E99-8BF6-74D4380A3D23}" srcOrd="2" destOrd="0" presId="urn:microsoft.com/office/officeart/2008/layout/LinedList"/>
    <dgm:cxn modelId="{55128AFB-E149-4F26-A732-99CD4FB3CA75}" type="presParOf" srcId="{D692038C-73EB-4145-9ED9-BAF2ABD62936}" destId="{37867A5A-C9CB-48A7-8AF0-37FB6FC82E78}" srcOrd="3" destOrd="0" presId="urn:microsoft.com/office/officeart/2008/layout/LinedList"/>
    <dgm:cxn modelId="{65B62A84-B59D-4DE4-9869-19846E7D6C90}" type="presParOf" srcId="{37867A5A-C9CB-48A7-8AF0-37FB6FC82E78}" destId="{E26D66A7-89F4-44F9-84B7-FB2D3FBE46D6}" srcOrd="0" destOrd="0" presId="urn:microsoft.com/office/officeart/2008/layout/LinedList"/>
    <dgm:cxn modelId="{913E4114-F10F-4B90-B84C-83DB69E64D2E}" type="presParOf" srcId="{37867A5A-C9CB-48A7-8AF0-37FB6FC82E78}" destId="{4D9620C5-76EC-44BA-88FB-602D6D3252F3}" srcOrd="1" destOrd="0" presId="urn:microsoft.com/office/officeart/2008/layout/LinedList"/>
    <dgm:cxn modelId="{EA8E92BD-3BC6-4B99-AB6B-EFC9A4A09E12}" type="presParOf" srcId="{D692038C-73EB-4145-9ED9-BAF2ABD62936}" destId="{3865C025-7B2A-4EC8-B564-383E4B2B476F}" srcOrd="4" destOrd="0" presId="urn:microsoft.com/office/officeart/2008/layout/LinedList"/>
    <dgm:cxn modelId="{14884EFC-344A-4FE1-9580-FAA99B71F79F}" type="presParOf" srcId="{D692038C-73EB-4145-9ED9-BAF2ABD62936}" destId="{D18E26E3-0303-4A19-9EB3-1C4F60D51EDB}" srcOrd="5" destOrd="0" presId="urn:microsoft.com/office/officeart/2008/layout/LinedList"/>
    <dgm:cxn modelId="{E2FCC017-95CD-4742-B457-0832F9044965}" type="presParOf" srcId="{D18E26E3-0303-4A19-9EB3-1C4F60D51EDB}" destId="{1305E913-8917-4348-9B37-7878C796C280}" srcOrd="0" destOrd="0" presId="urn:microsoft.com/office/officeart/2008/layout/LinedList"/>
    <dgm:cxn modelId="{4A1B93E5-2B37-4738-B4CC-DEA0B0BF104A}" type="presParOf" srcId="{D18E26E3-0303-4A19-9EB3-1C4F60D51EDB}" destId="{A52C0464-4074-4B57-AEC6-21BCBABEB91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F39ADC3-1D81-4E8A-89E0-F3785324006E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A92637FD-E9C2-4749-B150-481369ACEF02}">
      <dgm:prSet/>
      <dgm:spPr/>
      <dgm:t>
        <a:bodyPr/>
        <a:lstStyle/>
        <a:p>
          <a:pPr>
            <a:defRPr cap="all"/>
          </a:pPr>
          <a:r>
            <a:rPr lang="en-US"/>
            <a:t>• Decoherence and noise</a:t>
          </a:r>
        </a:p>
      </dgm:t>
    </dgm:pt>
    <dgm:pt modelId="{29D3D27E-48D3-4620-B818-45B8578F7A89}" type="parTrans" cxnId="{2FBFB607-45F9-45D6-80B8-358E10CD6409}">
      <dgm:prSet/>
      <dgm:spPr/>
      <dgm:t>
        <a:bodyPr/>
        <a:lstStyle/>
        <a:p>
          <a:endParaRPr lang="en-US"/>
        </a:p>
      </dgm:t>
    </dgm:pt>
    <dgm:pt modelId="{85C9E803-69A4-4D9D-B246-2704D53A2952}" type="sibTrans" cxnId="{2FBFB607-45F9-45D6-80B8-358E10CD6409}">
      <dgm:prSet/>
      <dgm:spPr/>
      <dgm:t>
        <a:bodyPr/>
        <a:lstStyle/>
        <a:p>
          <a:endParaRPr lang="en-US"/>
        </a:p>
      </dgm:t>
    </dgm:pt>
    <dgm:pt modelId="{2F148687-6EF4-4133-A905-EE9541062091}">
      <dgm:prSet/>
      <dgm:spPr/>
      <dgm:t>
        <a:bodyPr/>
        <a:lstStyle/>
        <a:p>
          <a:pPr>
            <a:defRPr cap="all"/>
          </a:pPr>
          <a:r>
            <a:rPr lang="en-US"/>
            <a:t>• Quantum error correction techniques</a:t>
          </a:r>
        </a:p>
      </dgm:t>
    </dgm:pt>
    <dgm:pt modelId="{A99EAEE4-5DC5-496C-B63F-601D2C09DFA5}" type="parTrans" cxnId="{167B3E00-4D0F-404F-8645-6829F35B0A27}">
      <dgm:prSet/>
      <dgm:spPr/>
      <dgm:t>
        <a:bodyPr/>
        <a:lstStyle/>
        <a:p>
          <a:endParaRPr lang="en-US"/>
        </a:p>
      </dgm:t>
    </dgm:pt>
    <dgm:pt modelId="{C3C6AE1A-68A8-4DF9-835B-4635E8BF246E}" type="sibTrans" cxnId="{167B3E00-4D0F-404F-8645-6829F35B0A27}">
      <dgm:prSet/>
      <dgm:spPr/>
      <dgm:t>
        <a:bodyPr/>
        <a:lstStyle/>
        <a:p>
          <a:endParaRPr lang="en-US"/>
        </a:p>
      </dgm:t>
    </dgm:pt>
    <dgm:pt modelId="{9D3D1F8C-A96B-4366-A9A2-AF96797F2D59}">
      <dgm:prSet/>
      <dgm:spPr/>
      <dgm:t>
        <a:bodyPr/>
        <a:lstStyle/>
        <a:p>
          <a:pPr>
            <a:defRPr cap="all"/>
          </a:pPr>
          <a:r>
            <a:rPr lang="en-US"/>
            <a:t>• Importance of fault-tolerant quantum computing</a:t>
          </a:r>
        </a:p>
      </dgm:t>
    </dgm:pt>
    <dgm:pt modelId="{E6117BA7-5F54-4D9B-88C7-0B0C0AE79A1F}" type="parTrans" cxnId="{E0469BA4-32EA-4CCA-B2E2-3EF4624B4241}">
      <dgm:prSet/>
      <dgm:spPr/>
      <dgm:t>
        <a:bodyPr/>
        <a:lstStyle/>
        <a:p>
          <a:endParaRPr lang="en-US"/>
        </a:p>
      </dgm:t>
    </dgm:pt>
    <dgm:pt modelId="{CBF1A414-8B62-4E68-96DB-3EBED9FC6692}" type="sibTrans" cxnId="{E0469BA4-32EA-4CCA-B2E2-3EF4624B4241}">
      <dgm:prSet/>
      <dgm:spPr/>
      <dgm:t>
        <a:bodyPr/>
        <a:lstStyle/>
        <a:p>
          <a:endParaRPr lang="en-US"/>
        </a:p>
      </dgm:t>
    </dgm:pt>
    <dgm:pt modelId="{6ED357CD-8B26-4443-8701-A85D11E194E3}" type="pres">
      <dgm:prSet presAssocID="{1F39ADC3-1D81-4E8A-89E0-F3785324006E}" presName="root" presStyleCnt="0">
        <dgm:presLayoutVars>
          <dgm:dir/>
          <dgm:resizeHandles val="exact"/>
        </dgm:presLayoutVars>
      </dgm:prSet>
      <dgm:spPr/>
    </dgm:pt>
    <dgm:pt modelId="{BDB3F8FE-0D9D-4002-B4D9-C01FDCB16F4C}" type="pres">
      <dgm:prSet presAssocID="{A92637FD-E9C2-4749-B150-481369ACEF02}" presName="compNode" presStyleCnt="0"/>
      <dgm:spPr/>
    </dgm:pt>
    <dgm:pt modelId="{4A0A118A-A7DD-46B5-A350-4C7959D1EF61}" type="pres">
      <dgm:prSet presAssocID="{A92637FD-E9C2-4749-B150-481369ACEF02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704ABA13-A0CE-4E24-9EBF-12F304CB3B99}" type="pres">
      <dgm:prSet presAssocID="{A92637FD-E9C2-4749-B150-481369ACEF0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af"/>
        </a:ext>
      </dgm:extLst>
    </dgm:pt>
    <dgm:pt modelId="{7373116D-3DCD-487A-BEAF-9F26691770D0}" type="pres">
      <dgm:prSet presAssocID="{A92637FD-E9C2-4749-B150-481369ACEF02}" presName="spaceRect" presStyleCnt="0"/>
      <dgm:spPr/>
    </dgm:pt>
    <dgm:pt modelId="{B939356E-A4B5-44BE-81A4-A644DFD89A4D}" type="pres">
      <dgm:prSet presAssocID="{A92637FD-E9C2-4749-B150-481369ACEF02}" presName="textRect" presStyleLbl="revTx" presStyleIdx="0" presStyleCnt="3">
        <dgm:presLayoutVars>
          <dgm:chMax val="1"/>
          <dgm:chPref val="1"/>
        </dgm:presLayoutVars>
      </dgm:prSet>
      <dgm:spPr/>
    </dgm:pt>
    <dgm:pt modelId="{90BBCE86-1C1D-4D05-840E-ADADDADD4ACF}" type="pres">
      <dgm:prSet presAssocID="{85C9E803-69A4-4D9D-B246-2704D53A2952}" presName="sibTrans" presStyleCnt="0"/>
      <dgm:spPr/>
    </dgm:pt>
    <dgm:pt modelId="{1B1AF5EB-03D5-4EFC-A50C-2F27E6137DEF}" type="pres">
      <dgm:prSet presAssocID="{2F148687-6EF4-4133-A905-EE9541062091}" presName="compNode" presStyleCnt="0"/>
      <dgm:spPr/>
    </dgm:pt>
    <dgm:pt modelId="{8FF82610-721C-437B-ADAE-65ED45184BAF}" type="pres">
      <dgm:prSet presAssocID="{2F148687-6EF4-4133-A905-EE9541062091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2146A727-38B2-4B25-98EE-6107CB102F0E}" type="pres">
      <dgm:prSet presAssocID="{2F148687-6EF4-4133-A905-EE9541062091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tom"/>
        </a:ext>
      </dgm:extLst>
    </dgm:pt>
    <dgm:pt modelId="{0E5563E8-61C2-4F80-B7BC-40B68CE937D1}" type="pres">
      <dgm:prSet presAssocID="{2F148687-6EF4-4133-A905-EE9541062091}" presName="spaceRect" presStyleCnt="0"/>
      <dgm:spPr/>
    </dgm:pt>
    <dgm:pt modelId="{2B730573-B36E-47D9-94EF-23F6FA54ADA4}" type="pres">
      <dgm:prSet presAssocID="{2F148687-6EF4-4133-A905-EE9541062091}" presName="textRect" presStyleLbl="revTx" presStyleIdx="1" presStyleCnt="3">
        <dgm:presLayoutVars>
          <dgm:chMax val="1"/>
          <dgm:chPref val="1"/>
        </dgm:presLayoutVars>
      </dgm:prSet>
      <dgm:spPr/>
    </dgm:pt>
    <dgm:pt modelId="{8FB578F7-643C-4F06-B151-0228F145C492}" type="pres">
      <dgm:prSet presAssocID="{C3C6AE1A-68A8-4DF9-835B-4635E8BF246E}" presName="sibTrans" presStyleCnt="0"/>
      <dgm:spPr/>
    </dgm:pt>
    <dgm:pt modelId="{17DC099C-4BFC-48F9-8806-980F555298C4}" type="pres">
      <dgm:prSet presAssocID="{9D3D1F8C-A96B-4366-A9A2-AF96797F2D59}" presName="compNode" presStyleCnt="0"/>
      <dgm:spPr/>
    </dgm:pt>
    <dgm:pt modelId="{72B74F42-9A71-4891-A66D-CBF7F3962A07}" type="pres">
      <dgm:prSet presAssocID="{9D3D1F8C-A96B-4366-A9A2-AF96797F2D59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EC8B2DA8-8E8F-48C4-9081-7A4370BF919F}" type="pres">
      <dgm:prSet presAssocID="{9D3D1F8C-A96B-4366-A9A2-AF96797F2D5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E1673539-AC6F-43B3-974E-D369DFDCA811}" type="pres">
      <dgm:prSet presAssocID="{9D3D1F8C-A96B-4366-A9A2-AF96797F2D59}" presName="spaceRect" presStyleCnt="0"/>
      <dgm:spPr/>
    </dgm:pt>
    <dgm:pt modelId="{A8A05A7F-A340-4FDB-861A-701BDFE25932}" type="pres">
      <dgm:prSet presAssocID="{9D3D1F8C-A96B-4366-A9A2-AF96797F2D59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167B3E00-4D0F-404F-8645-6829F35B0A27}" srcId="{1F39ADC3-1D81-4E8A-89E0-F3785324006E}" destId="{2F148687-6EF4-4133-A905-EE9541062091}" srcOrd="1" destOrd="0" parTransId="{A99EAEE4-5DC5-496C-B63F-601D2C09DFA5}" sibTransId="{C3C6AE1A-68A8-4DF9-835B-4635E8BF246E}"/>
    <dgm:cxn modelId="{D9BBE501-0E19-4B9A-9488-F4389BF8F141}" type="presOf" srcId="{2F148687-6EF4-4133-A905-EE9541062091}" destId="{2B730573-B36E-47D9-94EF-23F6FA54ADA4}" srcOrd="0" destOrd="0" presId="urn:microsoft.com/office/officeart/2018/5/layout/IconLeafLabelList"/>
    <dgm:cxn modelId="{33DA1402-DAC2-41BF-A663-9170415E54E9}" type="presOf" srcId="{1F39ADC3-1D81-4E8A-89E0-F3785324006E}" destId="{6ED357CD-8B26-4443-8701-A85D11E194E3}" srcOrd="0" destOrd="0" presId="urn:microsoft.com/office/officeart/2018/5/layout/IconLeafLabelList"/>
    <dgm:cxn modelId="{2FBFB607-45F9-45D6-80B8-358E10CD6409}" srcId="{1F39ADC3-1D81-4E8A-89E0-F3785324006E}" destId="{A92637FD-E9C2-4749-B150-481369ACEF02}" srcOrd="0" destOrd="0" parTransId="{29D3D27E-48D3-4620-B818-45B8578F7A89}" sibTransId="{85C9E803-69A4-4D9D-B246-2704D53A2952}"/>
    <dgm:cxn modelId="{8D49828C-2D15-4A8C-8251-31A93C4BB6F5}" type="presOf" srcId="{9D3D1F8C-A96B-4366-A9A2-AF96797F2D59}" destId="{A8A05A7F-A340-4FDB-861A-701BDFE25932}" srcOrd="0" destOrd="0" presId="urn:microsoft.com/office/officeart/2018/5/layout/IconLeafLabelList"/>
    <dgm:cxn modelId="{E0469BA4-32EA-4CCA-B2E2-3EF4624B4241}" srcId="{1F39ADC3-1D81-4E8A-89E0-F3785324006E}" destId="{9D3D1F8C-A96B-4366-A9A2-AF96797F2D59}" srcOrd="2" destOrd="0" parTransId="{E6117BA7-5F54-4D9B-88C7-0B0C0AE79A1F}" sibTransId="{CBF1A414-8B62-4E68-96DB-3EBED9FC6692}"/>
    <dgm:cxn modelId="{0AF47CB8-1C79-4F8A-B090-1D1CE4B55D5A}" type="presOf" srcId="{A92637FD-E9C2-4749-B150-481369ACEF02}" destId="{B939356E-A4B5-44BE-81A4-A644DFD89A4D}" srcOrd="0" destOrd="0" presId="urn:microsoft.com/office/officeart/2018/5/layout/IconLeafLabelList"/>
    <dgm:cxn modelId="{BA1E5F40-DB1D-4C0A-9BCC-765D72C56074}" type="presParOf" srcId="{6ED357CD-8B26-4443-8701-A85D11E194E3}" destId="{BDB3F8FE-0D9D-4002-B4D9-C01FDCB16F4C}" srcOrd="0" destOrd="0" presId="urn:microsoft.com/office/officeart/2018/5/layout/IconLeafLabelList"/>
    <dgm:cxn modelId="{0E52A064-BAF7-4742-AFE8-9B135E614685}" type="presParOf" srcId="{BDB3F8FE-0D9D-4002-B4D9-C01FDCB16F4C}" destId="{4A0A118A-A7DD-46B5-A350-4C7959D1EF61}" srcOrd="0" destOrd="0" presId="urn:microsoft.com/office/officeart/2018/5/layout/IconLeafLabelList"/>
    <dgm:cxn modelId="{A0CEAB99-021E-42F9-8DFE-D276174C14E2}" type="presParOf" srcId="{BDB3F8FE-0D9D-4002-B4D9-C01FDCB16F4C}" destId="{704ABA13-A0CE-4E24-9EBF-12F304CB3B99}" srcOrd="1" destOrd="0" presId="urn:microsoft.com/office/officeart/2018/5/layout/IconLeafLabelList"/>
    <dgm:cxn modelId="{C6941E31-ACD6-44D4-98D9-35BBDA9B8853}" type="presParOf" srcId="{BDB3F8FE-0D9D-4002-B4D9-C01FDCB16F4C}" destId="{7373116D-3DCD-487A-BEAF-9F26691770D0}" srcOrd="2" destOrd="0" presId="urn:microsoft.com/office/officeart/2018/5/layout/IconLeafLabelList"/>
    <dgm:cxn modelId="{A41BB018-68BC-47CD-9F7D-C47B20855502}" type="presParOf" srcId="{BDB3F8FE-0D9D-4002-B4D9-C01FDCB16F4C}" destId="{B939356E-A4B5-44BE-81A4-A644DFD89A4D}" srcOrd="3" destOrd="0" presId="urn:microsoft.com/office/officeart/2018/5/layout/IconLeafLabelList"/>
    <dgm:cxn modelId="{CA97F473-E574-4B82-A5F5-F17A64B9F26D}" type="presParOf" srcId="{6ED357CD-8B26-4443-8701-A85D11E194E3}" destId="{90BBCE86-1C1D-4D05-840E-ADADDADD4ACF}" srcOrd="1" destOrd="0" presId="urn:microsoft.com/office/officeart/2018/5/layout/IconLeafLabelList"/>
    <dgm:cxn modelId="{F0902EF5-8F52-4234-861D-FB06AC896158}" type="presParOf" srcId="{6ED357CD-8B26-4443-8701-A85D11E194E3}" destId="{1B1AF5EB-03D5-4EFC-A50C-2F27E6137DEF}" srcOrd="2" destOrd="0" presId="urn:microsoft.com/office/officeart/2018/5/layout/IconLeafLabelList"/>
    <dgm:cxn modelId="{B6A13991-97E4-44DC-964C-82A64B708121}" type="presParOf" srcId="{1B1AF5EB-03D5-4EFC-A50C-2F27E6137DEF}" destId="{8FF82610-721C-437B-ADAE-65ED45184BAF}" srcOrd="0" destOrd="0" presId="urn:microsoft.com/office/officeart/2018/5/layout/IconLeafLabelList"/>
    <dgm:cxn modelId="{DBD49A6E-B43D-4B33-A68A-A6C8FDCBD9F4}" type="presParOf" srcId="{1B1AF5EB-03D5-4EFC-A50C-2F27E6137DEF}" destId="{2146A727-38B2-4B25-98EE-6107CB102F0E}" srcOrd="1" destOrd="0" presId="urn:microsoft.com/office/officeart/2018/5/layout/IconLeafLabelList"/>
    <dgm:cxn modelId="{1478C8C7-C8BE-4317-8D1E-6242E0DFB5FC}" type="presParOf" srcId="{1B1AF5EB-03D5-4EFC-A50C-2F27E6137DEF}" destId="{0E5563E8-61C2-4F80-B7BC-40B68CE937D1}" srcOrd="2" destOrd="0" presId="urn:microsoft.com/office/officeart/2018/5/layout/IconLeafLabelList"/>
    <dgm:cxn modelId="{DF57B283-C5C7-45B4-A8FA-AA86064342A7}" type="presParOf" srcId="{1B1AF5EB-03D5-4EFC-A50C-2F27E6137DEF}" destId="{2B730573-B36E-47D9-94EF-23F6FA54ADA4}" srcOrd="3" destOrd="0" presId="urn:microsoft.com/office/officeart/2018/5/layout/IconLeafLabelList"/>
    <dgm:cxn modelId="{3B04E65B-9C80-420A-96B5-BD677EC12FA2}" type="presParOf" srcId="{6ED357CD-8B26-4443-8701-A85D11E194E3}" destId="{8FB578F7-643C-4F06-B151-0228F145C492}" srcOrd="3" destOrd="0" presId="urn:microsoft.com/office/officeart/2018/5/layout/IconLeafLabelList"/>
    <dgm:cxn modelId="{AE21DB29-2C15-4E5C-964B-9661ECE5F052}" type="presParOf" srcId="{6ED357CD-8B26-4443-8701-A85D11E194E3}" destId="{17DC099C-4BFC-48F9-8806-980F555298C4}" srcOrd="4" destOrd="0" presId="urn:microsoft.com/office/officeart/2018/5/layout/IconLeafLabelList"/>
    <dgm:cxn modelId="{A6134618-66DF-4D1D-AE22-830024333708}" type="presParOf" srcId="{17DC099C-4BFC-48F9-8806-980F555298C4}" destId="{72B74F42-9A71-4891-A66D-CBF7F3962A07}" srcOrd="0" destOrd="0" presId="urn:microsoft.com/office/officeart/2018/5/layout/IconLeafLabelList"/>
    <dgm:cxn modelId="{3F14F8D9-221D-4F92-9B00-B64171A8C43F}" type="presParOf" srcId="{17DC099C-4BFC-48F9-8806-980F555298C4}" destId="{EC8B2DA8-8E8F-48C4-9081-7A4370BF919F}" srcOrd="1" destOrd="0" presId="urn:microsoft.com/office/officeart/2018/5/layout/IconLeafLabelList"/>
    <dgm:cxn modelId="{148FBFF9-7740-4688-A6E5-CE609D24914D}" type="presParOf" srcId="{17DC099C-4BFC-48F9-8806-980F555298C4}" destId="{E1673539-AC6F-43B3-974E-D369DFDCA811}" srcOrd="2" destOrd="0" presId="urn:microsoft.com/office/officeart/2018/5/layout/IconLeafLabelList"/>
    <dgm:cxn modelId="{94AB3D25-1B9A-44DE-B577-3DA758E88864}" type="presParOf" srcId="{17DC099C-4BFC-48F9-8806-980F555298C4}" destId="{A8A05A7F-A340-4FDB-861A-701BDFE25932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7ACD6BA-858E-421D-8B3E-BB448549E9C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6B0D267-BA24-481F-9811-FFA33F0FB641}">
      <dgm:prSet/>
      <dgm:spPr/>
      <dgm:t>
        <a:bodyPr/>
        <a:lstStyle/>
        <a:p>
          <a:r>
            <a:rPr lang="en-US"/>
            <a:t>• IBM, Google, Microsoft quantum initiatives</a:t>
          </a:r>
        </a:p>
      </dgm:t>
    </dgm:pt>
    <dgm:pt modelId="{A84989B8-C4D5-43E1-8900-BC1AA0385C6D}" type="parTrans" cxnId="{A108B710-D464-4D81-A8A3-C7AA53CA8C62}">
      <dgm:prSet/>
      <dgm:spPr/>
      <dgm:t>
        <a:bodyPr/>
        <a:lstStyle/>
        <a:p>
          <a:endParaRPr lang="en-US"/>
        </a:p>
      </dgm:t>
    </dgm:pt>
    <dgm:pt modelId="{2E4151A2-6584-4AF6-A224-196D86BBFC4A}" type="sibTrans" cxnId="{A108B710-D464-4D81-A8A3-C7AA53CA8C62}">
      <dgm:prSet/>
      <dgm:spPr/>
      <dgm:t>
        <a:bodyPr/>
        <a:lstStyle/>
        <a:p>
          <a:endParaRPr lang="en-US"/>
        </a:p>
      </dgm:t>
    </dgm:pt>
    <dgm:pt modelId="{F77B705C-5BCF-4825-9480-3571DAADA2A8}">
      <dgm:prSet/>
      <dgm:spPr/>
      <dgm:t>
        <a:bodyPr/>
        <a:lstStyle/>
        <a:p>
          <a:r>
            <a:rPr lang="en-US"/>
            <a:t>• Practical applications and potential future uses</a:t>
          </a:r>
        </a:p>
      </dgm:t>
    </dgm:pt>
    <dgm:pt modelId="{700D5F9D-BF99-4279-871E-279069C85DD7}" type="parTrans" cxnId="{E5FFB729-236E-414B-8BFB-88957541720A}">
      <dgm:prSet/>
      <dgm:spPr/>
      <dgm:t>
        <a:bodyPr/>
        <a:lstStyle/>
        <a:p>
          <a:endParaRPr lang="en-US"/>
        </a:p>
      </dgm:t>
    </dgm:pt>
    <dgm:pt modelId="{DABF0D16-4409-42CA-BBB3-9FE295130633}" type="sibTrans" cxnId="{E5FFB729-236E-414B-8BFB-88957541720A}">
      <dgm:prSet/>
      <dgm:spPr/>
      <dgm:t>
        <a:bodyPr/>
        <a:lstStyle/>
        <a:p>
          <a:endParaRPr lang="en-US"/>
        </a:p>
      </dgm:t>
    </dgm:pt>
    <dgm:pt modelId="{48505D3F-B907-4FB9-A96E-233C409C8580}" type="pres">
      <dgm:prSet presAssocID="{17ACD6BA-858E-421D-8B3E-BB448549E9C6}" presName="root" presStyleCnt="0">
        <dgm:presLayoutVars>
          <dgm:dir/>
          <dgm:resizeHandles val="exact"/>
        </dgm:presLayoutVars>
      </dgm:prSet>
      <dgm:spPr/>
    </dgm:pt>
    <dgm:pt modelId="{C9217D61-FBCF-43C8-BE90-6760D0DFF03E}" type="pres">
      <dgm:prSet presAssocID="{46B0D267-BA24-481F-9811-FFA33F0FB641}" presName="compNode" presStyleCnt="0"/>
      <dgm:spPr/>
    </dgm:pt>
    <dgm:pt modelId="{68CFDEEF-01FE-4E78-8267-5194814A643B}" type="pres">
      <dgm:prSet presAssocID="{46B0D267-BA24-481F-9811-FFA33F0FB641}" presName="bgRect" presStyleLbl="bgShp" presStyleIdx="0" presStyleCnt="2"/>
      <dgm:spPr/>
    </dgm:pt>
    <dgm:pt modelId="{1FF049CE-FAC7-4D2B-9531-A392225284CF}" type="pres">
      <dgm:prSet presAssocID="{46B0D267-BA24-481F-9811-FFA33F0FB641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tom"/>
        </a:ext>
      </dgm:extLst>
    </dgm:pt>
    <dgm:pt modelId="{E5A7453B-20EB-481D-9E6A-B3C4F87FF52B}" type="pres">
      <dgm:prSet presAssocID="{46B0D267-BA24-481F-9811-FFA33F0FB641}" presName="spaceRect" presStyleCnt="0"/>
      <dgm:spPr/>
    </dgm:pt>
    <dgm:pt modelId="{9649219A-C4DA-4E3D-896D-F8F7F6F33B6C}" type="pres">
      <dgm:prSet presAssocID="{46B0D267-BA24-481F-9811-FFA33F0FB641}" presName="parTx" presStyleLbl="revTx" presStyleIdx="0" presStyleCnt="2">
        <dgm:presLayoutVars>
          <dgm:chMax val="0"/>
          <dgm:chPref val="0"/>
        </dgm:presLayoutVars>
      </dgm:prSet>
      <dgm:spPr/>
    </dgm:pt>
    <dgm:pt modelId="{C0B5D2CA-617A-4F50-A64A-2A8B4CEBE8AF}" type="pres">
      <dgm:prSet presAssocID="{2E4151A2-6584-4AF6-A224-196D86BBFC4A}" presName="sibTrans" presStyleCnt="0"/>
      <dgm:spPr/>
    </dgm:pt>
    <dgm:pt modelId="{455C4A1A-9D6A-4E79-B397-E1DAD2A0850F}" type="pres">
      <dgm:prSet presAssocID="{F77B705C-5BCF-4825-9480-3571DAADA2A8}" presName="compNode" presStyleCnt="0"/>
      <dgm:spPr/>
    </dgm:pt>
    <dgm:pt modelId="{67663EA4-70F1-424C-AEFF-9C726D3EF483}" type="pres">
      <dgm:prSet presAssocID="{F77B705C-5BCF-4825-9480-3571DAADA2A8}" presName="bgRect" presStyleLbl="bgShp" presStyleIdx="1" presStyleCnt="2"/>
      <dgm:spPr/>
    </dgm:pt>
    <dgm:pt modelId="{6274E128-4C3B-436C-B921-FB63EBCE00A9}" type="pres">
      <dgm:prSet presAssocID="{F77B705C-5BCF-4825-9480-3571DAADA2A8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bulb"/>
        </a:ext>
      </dgm:extLst>
    </dgm:pt>
    <dgm:pt modelId="{88EF2614-2B15-44E4-9352-F07521F8ECA7}" type="pres">
      <dgm:prSet presAssocID="{F77B705C-5BCF-4825-9480-3571DAADA2A8}" presName="spaceRect" presStyleCnt="0"/>
      <dgm:spPr/>
    </dgm:pt>
    <dgm:pt modelId="{5A5062C6-534D-4471-A63A-705451EE40B2}" type="pres">
      <dgm:prSet presAssocID="{F77B705C-5BCF-4825-9480-3571DAADA2A8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A108B710-D464-4D81-A8A3-C7AA53CA8C62}" srcId="{17ACD6BA-858E-421D-8B3E-BB448549E9C6}" destId="{46B0D267-BA24-481F-9811-FFA33F0FB641}" srcOrd="0" destOrd="0" parTransId="{A84989B8-C4D5-43E1-8900-BC1AA0385C6D}" sibTransId="{2E4151A2-6584-4AF6-A224-196D86BBFC4A}"/>
    <dgm:cxn modelId="{E5FFB729-236E-414B-8BFB-88957541720A}" srcId="{17ACD6BA-858E-421D-8B3E-BB448549E9C6}" destId="{F77B705C-5BCF-4825-9480-3571DAADA2A8}" srcOrd="1" destOrd="0" parTransId="{700D5F9D-BF99-4279-871E-279069C85DD7}" sibTransId="{DABF0D16-4409-42CA-BBB3-9FE295130633}"/>
    <dgm:cxn modelId="{EB188D65-B03E-4786-BAA1-B303367D0D21}" type="presOf" srcId="{46B0D267-BA24-481F-9811-FFA33F0FB641}" destId="{9649219A-C4DA-4E3D-896D-F8F7F6F33B6C}" srcOrd="0" destOrd="0" presId="urn:microsoft.com/office/officeart/2018/2/layout/IconVerticalSolidList"/>
    <dgm:cxn modelId="{1E3E689C-91D0-4981-ADA0-A2DF8986943C}" type="presOf" srcId="{F77B705C-5BCF-4825-9480-3571DAADA2A8}" destId="{5A5062C6-534D-4471-A63A-705451EE40B2}" srcOrd="0" destOrd="0" presId="urn:microsoft.com/office/officeart/2018/2/layout/IconVerticalSolidList"/>
    <dgm:cxn modelId="{317F13DE-04DF-4B09-BA64-1B7453AD644C}" type="presOf" srcId="{17ACD6BA-858E-421D-8B3E-BB448549E9C6}" destId="{48505D3F-B907-4FB9-A96E-233C409C8580}" srcOrd="0" destOrd="0" presId="urn:microsoft.com/office/officeart/2018/2/layout/IconVerticalSolidList"/>
    <dgm:cxn modelId="{ECB2798F-3454-4AC9-9970-4EFB0316F467}" type="presParOf" srcId="{48505D3F-B907-4FB9-A96E-233C409C8580}" destId="{C9217D61-FBCF-43C8-BE90-6760D0DFF03E}" srcOrd="0" destOrd="0" presId="urn:microsoft.com/office/officeart/2018/2/layout/IconVerticalSolidList"/>
    <dgm:cxn modelId="{2E33A1C9-F7CE-4841-A1EF-C862091BBE89}" type="presParOf" srcId="{C9217D61-FBCF-43C8-BE90-6760D0DFF03E}" destId="{68CFDEEF-01FE-4E78-8267-5194814A643B}" srcOrd="0" destOrd="0" presId="urn:microsoft.com/office/officeart/2018/2/layout/IconVerticalSolidList"/>
    <dgm:cxn modelId="{AE3A9A4C-E8DB-4E9B-ADA5-10204E1EFC69}" type="presParOf" srcId="{C9217D61-FBCF-43C8-BE90-6760D0DFF03E}" destId="{1FF049CE-FAC7-4D2B-9531-A392225284CF}" srcOrd="1" destOrd="0" presId="urn:microsoft.com/office/officeart/2018/2/layout/IconVerticalSolidList"/>
    <dgm:cxn modelId="{7F5B2C7C-E346-42C7-87B5-5B5ABB9D8945}" type="presParOf" srcId="{C9217D61-FBCF-43C8-BE90-6760D0DFF03E}" destId="{E5A7453B-20EB-481D-9E6A-B3C4F87FF52B}" srcOrd="2" destOrd="0" presId="urn:microsoft.com/office/officeart/2018/2/layout/IconVerticalSolidList"/>
    <dgm:cxn modelId="{3C37FB30-02E3-4B87-9100-ADA081240056}" type="presParOf" srcId="{C9217D61-FBCF-43C8-BE90-6760D0DFF03E}" destId="{9649219A-C4DA-4E3D-896D-F8F7F6F33B6C}" srcOrd="3" destOrd="0" presId="urn:microsoft.com/office/officeart/2018/2/layout/IconVerticalSolidList"/>
    <dgm:cxn modelId="{CEFCCC96-8935-441F-8E87-C641D7C6F9AB}" type="presParOf" srcId="{48505D3F-B907-4FB9-A96E-233C409C8580}" destId="{C0B5D2CA-617A-4F50-A64A-2A8B4CEBE8AF}" srcOrd="1" destOrd="0" presId="urn:microsoft.com/office/officeart/2018/2/layout/IconVerticalSolidList"/>
    <dgm:cxn modelId="{9E5382F2-27E5-4CC7-83CE-DDBB731653EC}" type="presParOf" srcId="{48505D3F-B907-4FB9-A96E-233C409C8580}" destId="{455C4A1A-9D6A-4E79-B397-E1DAD2A0850F}" srcOrd="2" destOrd="0" presId="urn:microsoft.com/office/officeart/2018/2/layout/IconVerticalSolidList"/>
    <dgm:cxn modelId="{1EB61ED0-B6E7-4C16-85D0-F78A7F85B718}" type="presParOf" srcId="{455C4A1A-9D6A-4E79-B397-E1DAD2A0850F}" destId="{67663EA4-70F1-424C-AEFF-9C726D3EF483}" srcOrd="0" destOrd="0" presId="urn:microsoft.com/office/officeart/2018/2/layout/IconVerticalSolidList"/>
    <dgm:cxn modelId="{97ABA255-BDD6-4366-A7C2-CF23B3A74EAB}" type="presParOf" srcId="{455C4A1A-9D6A-4E79-B397-E1DAD2A0850F}" destId="{6274E128-4C3B-436C-B921-FB63EBCE00A9}" srcOrd="1" destOrd="0" presId="urn:microsoft.com/office/officeart/2018/2/layout/IconVerticalSolidList"/>
    <dgm:cxn modelId="{960DCB29-D63B-4F40-A237-0379526B71EA}" type="presParOf" srcId="{455C4A1A-9D6A-4E79-B397-E1DAD2A0850F}" destId="{88EF2614-2B15-44E4-9352-F07521F8ECA7}" srcOrd="2" destOrd="0" presId="urn:microsoft.com/office/officeart/2018/2/layout/IconVerticalSolidList"/>
    <dgm:cxn modelId="{A837D827-3133-453A-8B93-6CEFC84B0CF6}" type="presParOf" srcId="{455C4A1A-9D6A-4E79-B397-E1DAD2A0850F}" destId="{5A5062C6-534D-4471-A63A-705451EE40B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431A0E4-2027-498A-8E04-C898582A4268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89D4761-B318-4AAA-9295-DAA69B10445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Recap of quantum computing fundamentals</a:t>
          </a:r>
        </a:p>
      </dgm:t>
    </dgm:pt>
    <dgm:pt modelId="{B5B2515E-9821-4095-8627-A5FA66F00B31}" type="parTrans" cxnId="{2313B996-9F90-4285-BDA3-F5E82CDF032C}">
      <dgm:prSet/>
      <dgm:spPr/>
      <dgm:t>
        <a:bodyPr/>
        <a:lstStyle/>
        <a:p>
          <a:endParaRPr lang="en-US"/>
        </a:p>
      </dgm:t>
    </dgm:pt>
    <dgm:pt modelId="{35C0890C-E7B9-4663-BD7A-A05B23679D4F}" type="sibTrans" cxnId="{2313B996-9F90-4285-BDA3-F5E82CDF032C}">
      <dgm:prSet/>
      <dgm:spPr/>
      <dgm:t>
        <a:bodyPr/>
        <a:lstStyle/>
        <a:p>
          <a:endParaRPr lang="en-US"/>
        </a:p>
      </dgm:t>
    </dgm:pt>
    <dgm:pt modelId="{8988F8F0-693E-48CC-9651-ECD05F8B23A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Future potential and challenges</a:t>
          </a:r>
        </a:p>
      </dgm:t>
    </dgm:pt>
    <dgm:pt modelId="{6B70F154-8035-4990-B022-EE4FECB6DD9C}" type="parTrans" cxnId="{9A2E39D2-3F46-426F-9A3F-C07AED5F0CC7}">
      <dgm:prSet/>
      <dgm:spPr/>
      <dgm:t>
        <a:bodyPr/>
        <a:lstStyle/>
        <a:p>
          <a:endParaRPr lang="en-US"/>
        </a:p>
      </dgm:t>
    </dgm:pt>
    <dgm:pt modelId="{9E09985C-DA29-40EE-9A9E-C601E5ADFA09}" type="sibTrans" cxnId="{9A2E39D2-3F46-426F-9A3F-C07AED5F0CC7}">
      <dgm:prSet/>
      <dgm:spPr/>
      <dgm:t>
        <a:bodyPr/>
        <a:lstStyle/>
        <a:p>
          <a:endParaRPr lang="en-US"/>
        </a:p>
      </dgm:t>
    </dgm:pt>
    <dgm:pt modelId="{B5C76315-795B-4E4A-986B-CC7EA2031F7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Final thoughts on the technology</a:t>
          </a:r>
        </a:p>
      </dgm:t>
    </dgm:pt>
    <dgm:pt modelId="{06D18289-0829-42C8-9664-8F379A80CA86}" type="parTrans" cxnId="{1FFC4224-E6DD-4448-9D7F-8315C354E964}">
      <dgm:prSet/>
      <dgm:spPr/>
      <dgm:t>
        <a:bodyPr/>
        <a:lstStyle/>
        <a:p>
          <a:endParaRPr lang="en-US"/>
        </a:p>
      </dgm:t>
    </dgm:pt>
    <dgm:pt modelId="{A7D5B692-2154-46DC-94FA-01CB1877EDE8}" type="sibTrans" cxnId="{1FFC4224-E6DD-4448-9D7F-8315C354E964}">
      <dgm:prSet/>
      <dgm:spPr/>
      <dgm:t>
        <a:bodyPr/>
        <a:lstStyle/>
        <a:p>
          <a:endParaRPr lang="en-US"/>
        </a:p>
      </dgm:t>
    </dgm:pt>
    <dgm:pt modelId="{F526F118-9F2A-481C-9897-51D0EADB87F9}" type="pres">
      <dgm:prSet presAssocID="{5431A0E4-2027-498A-8E04-C898582A4268}" presName="root" presStyleCnt="0">
        <dgm:presLayoutVars>
          <dgm:dir/>
          <dgm:resizeHandles val="exact"/>
        </dgm:presLayoutVars>
      </dgm:prSet>
      <dgm:spPr/>
    </dgm:pt>
    <dgm:pt modelId="{D7BA945D-D1D7-4512-8C3E-B84CFD218325}" type="pres">
      <dgm:prSet presAssocID="{B89D4761-B318-4AAA-9295-DAA69B104450}" presName="compNode" presStyleCnt="0"/>
      <dgm:spPr/>
    </dgm:pt>
    <dgm:pt modelId="{A0576A5F-DDA1-4EA8-B17C-A4DA67666120}" type="pres">
      <dgm:prSet presAssocID="{B89D4761-B318-4AAA-9295-DAA69B104450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tom"/>
        </a:ext>
      </dgm:extLst>
    </dgm:pt>
    <dgm:pt modelId="{11774991-646B-42E9-88F8-C992F9190693}" type="pres">
      <dgm:prSet presAssocID="{B89D4761-B318-4AAA-9295-DAA69B104450}" presName="spaceRect" presStyleCnt="0"/>
      <dgm:spPr/>
    </dgm:pt>
    <dgm:pt modelId="{A3368BB4-C387-4C76-813E-1D9E99C368A7}" type="pres">
      <dgm:prSet presAssocID="{B89D4761-B318-4AAA-9295-DAA69B104450}" presName="textRect" presStyleLbl="revTx" presStyleIdx="0" presStyleCnt="3">
        <dgm:presLayoutVars>
          <dgm:chMax val="1"/>
          <dgm:chPref val="1"/>
        </dgm:presLayoutVars>
      </dgm:prSet>
      <dgm:spPr/>
    </dgm:pt>
    <dgm:pt modelId="{18FB9CEE-825F-432B-884F-D424A5E6312B}" type="pres">
      <dgm:prSet presAssocID="{35C0890C-E7B9-4663-BD7A-A05B23679D4F}" presName="sibTrans" presStyleCnt="0"/>
      <dgm:spPr/>
    </dgm:pt>
    <dgm:pt modelId="{73C99362-1EB4-4033-B17A-85672A53806C}" type="pres">
      <dgm:prSet presAssocID="{8988F8F0-693E-48CC-9651-ECD05F8B23AC}" presName="compNode" presStyleCnt="0"/>
      <dgm:spPr/>
    </dgm:pt>
    <dgm:pt modelId="{2BFB759D-A9E5-46ED-B6AC-7FCF53D3281B}" type="pres">
      <dgm:prSet presAssocID="{8988F8F0-693E-48CC-9651-ECD05F8B23A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laybook"/>
        </a:ext>
      </dgm:extLst>
    </dgm:pt>
    <dgm:pt modelId="{884B8C38-CA75-46AF-890B-A989358858A1}" type="pres">
      <dgm:prSet presAssocID="{8988F8F0-693E-48CC-9651-ECD05F8B23AC}" presName="spaceRect" presStyleCnt="0"/>
      <dgm:spPr/>
    </dgm:pt>
    <dgm:pt modelId="{0D64D318-B0B5-4F22-9ABA-A109B4771EC6}" type="pres">
      <dgm:prSet presAssocID="{8988F8F0-693E-48CC-9651-ECD05F8B23AC}" presName="textRect" presStyleLbl="revTx" presStyleIdx="1" presStyleCnt="3">
        <dgm:presLayoutVars>
          <dgm:chMax val="1"/>
          <dgm:chPref val="1"/>
        </dgm:presLayoutVars>
      </dgm:prSet>
      <dgm:spPr/>
    </dgm:pt>
    <dgm:pt modelId="{4F1A0F9F-98E0-4453-8672-ADF5B9166CAC}" type="pres">
      <dgm:prSet presAssocID="{9E09985C-DA29-40EE-9A9E-C601E5ADFA09}" presName="sibTrans" presStyleCnt="0"/>
      <dgm:spPr/>
    </dgm:pt>
    <dgm:pt modelId="{1F62A589-1986-40C0-A0ED-8A5BB9642C2C}" type="pres">
      <dgm:prSet presAssocID="{B5C76315-795B-4E4A-986B-CC7EA2031F73}" presName="compNode" presStyleCnt="0"/>
      <dgm:spPr/>
    </dgm:pt>
    <dgm:pt modelId="{2F5B4E9E-BFDE-4DF2-BAFE-67F27A6F24CF}" type="pres">
      <dgm:prSet presAssocID="{B5C76315-795B-4E4A-986B-CC7EA2031F73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roup Brainstorm"/>
        </a:ext>
      </dgm:extLst>
    </dgm:pt>
    <dgm:pt modelId="{302631F8-0C10-4AB5-ACFC-1364D5E5EA5C}" type="pres">
      <dgm:prSet presAssocID="{B5C76315-795B-4E4A-986B-CC7EA2031F73}" presName="spaceRect" presStyleCnt="0"/>
      <dgm:spPr/>
    </dgm:pt>
    <dgm:pt modelId="{1C63A47B-7913-4838-B111-EC640025A2B7}" type="pres">
      <dgm:prSet presAssocID="{B5C76315-795B-4E4A-986B-CC7EA2031F73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1FFC4224-E6DD-4448-9D7F-8315C354E964}" srcId="{5431A0E4-2027-498A-8E04-C898582A4268}" destId="{B5C76315-795B-4E4A-986B-CC7EA2031F73}" srcOrd="2" destOrd="0" parTransId="{06D18289-0829-42C8-9664-8F379A80CA86}" sibTransId="{A7D5B692-2154-46DC-94FA-01CB1877EDE8}"/>
    <dgm:cxn modelId="{2F4F0863-7481-455B-BA10-FEF5D2CD7B1C}" type="presOf" srcId="{B5C76315-795B-4E4A-986B-CC7EA2031F73}" destId="{1C63A47B-7913-4838-B111-EC640025A2B7}" srcOrd="0" destOrd="0" presId="urn:microsoft.com/office/officeart/2018/2/layout/IconLabelList"/>
    <dgm:cxn modelId="{4AE7F747-F68A-4120-BFEF-2CDD41D81539}" type="presOf" srcId="{B89D4761-B318-4AAA-9295-DAA69B104450}" destId="{A3368BB4-C387-4C76-813E-1D9E99C368A7}" srcOrd="0" destOrd="0" presId="urn:microsoft.com/office/officeart/2018/2/layout/IconLabelList"/>
    <dgm:cxn modelId="{A2352993-EA82-4DE2-A453-2E06FE4E6D1D}" type="presOf" srcId="{8988F8F0-693E-48CC-9651-ECD05F8B23AC}" destId="{0D64D318-B0B5-4F22-9ABA-A109B4771EC6}" srcOrd="0" destOrd="0" presId="urn:microsoft.com/office/officeart/2018/2/layout/IconLabelList"/>
    <dgm:cxn modelId="{2313B996-9F90-4285-BDA3-F5E82CDF032C}" srcId="{5431A0E4-2027-498A-8E04-C898582A4268}" destId="{B89D4761-B318-4AAA-9295-DAA69B104450}" srcOrd="0" destOrd="0" parTransId="{B5B2515E-9821-4095-8627-A5FA66F00B31}" sibTransId="{35C0890C-E7B9-4663-BD7A-A05B23679D4F}"/>
    <dgm:cxn modelId="{9A2E39D2-3F46-426F-9A3F-C07AED5F0CC7}" srcId="{5431A0E4-2027-498A-8E04-C898582A4268}" destId="{8988F8F0-693E-48CC-9651-ECD05F8B23AC}" srcOrd="1" destOrd="0" parTransId="{6B70F154-8035-4990-B022-EE4FECB6DD9C}" sibTransId="{9E09985C-DA29-40EE-9A9E-C601E5ADFA09}"/>
    <dgm:cxn modelId="{47833CD3-AAF6-4083-83E0-F1A1FF3E0432}" type="presOf" srcId="{5431A0E4-2027-498A-8E04-C898582A4268}" destId="{F526F118-9F2A-481C-9897-51D0EADB87F9}" srcOrd="0" destOrd="0" presId="urn:microsoft.com/office/officeart/2018/2/layout/IconLabelList"/>
    <dgm:cxn modelId="{C158C2E9-BFDA-4208-8036-EF4F87C88752}" type="presParOf" srcId="{F526F118-9F2A-481C-9897-51D0EADB87F9}" destId="{D7BA945D-D1D7-4512-8C3E-B84CFD218325}" srcOrd="0" destOrd="0" presId="urn:microsoft.com/office/officeart/2018/2/layout/IconLabelList"/>
    <dgm:cxn modelId="{DB1BFE71-D328-4528-ACA3-2B9D5E0D003A}" type="presParOf" srcId="{D7BA945D-D1D7-4512-8C3E-B84CFD218325}" destId="{A0576A5F-DDA1-4EA8-B17C-A4DA67666120}" srcOrd="0" destOrd="0" presId="urn:microsoft.com/office/officeart/2018/2/layout/IconLabelList"/>
    <dgm:cxn modelId="{CEFD3FD0-8E70-424F-A395-D4FD41FE3998}" type="presParOf" srcId="{D7BA945D-D1D7-4512-8C3E-B84CFD218325}" destId="{11774991-646B-42E9-88F8-C992F9190693}" srcOrd="1" destOrd="0" presId="urn:microsoft.com/office/officeart/2018/2/layout/IconLabelList"/>
    <dgm:cxn modelId="{91C5EDBA-3D21-491F-85CA-8AA0AAD2009E}" type="presParOf" srcId="{D7BA945D-D1D7-4512-8C3E-B84CFD218325}" destId="{A3368BB4-C387-4C76-813E-1D9E99C368A7}" srcOrd="2" destOrd="0" presId="urn:microsoft.com/office/officeart/2018/2/layout/IconLabelList"/>
    <dgm:cxn modelId="{1FFE3496-3A88-4C21-AB0D-A6F68A626E5C}" type="presParOf" srcId="{F526F118-9F2A-481C-9897-51D0EADB87F9}" destId="{18FB9CEE-825F-432B-884F-D424A5E6312B}" srcOrd="1" destOrd="0" presId="urn:microsoft.com/office/officeart/2018/2/layout/IconLabelList"/>
    <dgm:cxn modelId="{4D68E2BE-98A9-445E-A6AB-0FB74CA82154}" type="presParOf" srcId="{F526F118-9F2A-481C-9897-51D0EADB87F9}" destId="{73C99362-1EB4-4033-B17A-85672A53806C}" srcOrd="2" destOrd="0" presId="urn:microsoft.com/office/officeart/2018/2/layout/IconLabelList"/>
    <dgm:cxn modelId="{15ACC995-3F18-4842-A246-53ACB1A043BF}" type="presParOf" srcId="{73C99362-1EB4-4033-B17A-85672A53806C}" destId="{2BFB759D-A9E5-46ED-B6AC-7FCF53D3281B}" srcOrd="0" destOrd="0" presId="urn:microsoft.com/office/officeart/2018/2/layout/IconLabelList"/>
    <dgm:cxn modelId="{68633FF6-2695-49F5-AD77-921D881E6C05}" type="presParOf" srcId="{73C99362-1EB4-4033-B17A-85672A53806C}" destId="{884B8C38-CA75-46AF-890B-A989358858A1}" srcOrd="1" destOrd="0" presId="urn:microsoft.com/office/officeart/2018/2/layout/IconLabelList"/>
    <dgm:cxn modelId="{1AECE44A-2410-40C1-A2A5-C3D98F3B9678}" type="presParOf" srcId="{73C99362-1EB4-4033-B17A-85672A53806C}" destId="{0D64D318-B0B5-4F22-9ABA-A109B4771EC6}" srcOrd="2" destOrd="0" presId="urn:microsoft.com/office/officeart/2018/2/layout/IconLabelList"/>
    <dgm:cxn modelId="{65C479A3-3B7F-4825-B1A7-08E28CF0F5DA}" type="presParOf" srcId="{F526F118-9F2A-481C-9897-51D0EADB87F9}" destId="{4F1A0F9F-98E0-4453-8672-ADF5B9166CAC}" srcOrd="3" destOrd="0" presId="urn:microsoft.com/office/officeart/2018/2/layout/IconLabelList"/>
    <dgm:cxn modelId="{617BA972-B084-4B5F-9CD0-188B65FF2540}" type="presParOf" srcId="{F526F118-9F2A-481C-9897-51D0EADB87F9}" destId="{1F62A589-1986-40C0-A0ED-8A5BB9642C2C}" srcOrd="4" destOrd="0" presId="urn:microsoft.com/office/officeart/2018/2/layout/IconLabelList"/>
    <dgm:cxn modelId="{1FA27FC5-FA73-4F4B-9CDA-FBD7A9542F0C}" type="presParOf" srcId="{1F62A589-1986-40C0-A0ED-8A5BB9642C2C}" destId="{2F5B4E9E-BFDE-4DF2-BAFE-67F27A6F24CF}" srcOrd="0" destOrd="0" presId="urn:microsoft.com/office/officeart/2018/2/layout/IconLabelList"/>
    <dgm:cxn modelId="{27A94291-114B-4627-AB65-8DD22780AC04}" type="presParOf" srcId="{1F62A589-1986-40C0-A0ED-8A5BB9642C2C}" destId="{302631F8-0C10-4AB5-ACFC-1364D5E5EA5C}" srcOrd="1" destOrd="0" presId="urn:microsoft.com/office/officeart/2018/2/layout/IconLabelList"/>
    <dgm:cxn modelId="{4B917384-9680-4144-AE28-9521A2ABEF75}" type="presParOf" srcId="{1F62A589-1986-40C0-A0ED-8A5BB9642C2C}" destId="{1C63A47B-7913-4838-B111-EC640025A2B7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5C5DB6-6F22-474C-B5F5-A3F4AA563B9E}">
      <dsp:nvSpPr>
        <dsp:cNvPr id="0" name=""/>
        <dsp:cNvSpPr/>
      </dsp:nvSpPr>
      <dsp:spPr>
        <a:xfrm>
          <a:off x="520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BC2B52-DF64-4C7A-9E77-A9535881A9E5}">
      <dsp:nvSpPr>
        <dsp:cNvPr id="0" name=""/>
        <dsp:cNvSpPr/>
      </dsp:nvSpPr>
      <dsp:spPr>
        <a:xfrm>
          <a:off x="25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Quantum Bits (Qubits)</a:t>
          </a:r>
        </a:p>
      </dsp:txBody>
      <dsp:txXfrm>
        <a:off x="25435" y="2276522"/>
        <a:ext cx="1800000" cy="720000"/>
      </dsp:txXfrm>
    </dsp:sp>
    <dsp:sp modelId="{38B21245-FD6B-4B3C-BACB-50FEE236B339}">
      <dsp:nvSpPr>
        <dsp:cNvPr id="0" name=""/>
        <dsp:cNvSpPr/>
      </dsp:nvSpPr>
      <dsp:spPr>
        <a:xfrm>
          <a:off x="2635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2C3B34-974A-41C4-942E-F54F49CDCEDA}">
      <dsp:nvSpPr>
        <dsp:cNvPr id="0" name=""/>
        <dsp:cNvSpPr/>
      </dsp:nvSpPr>
      <dsp:spPr>
        <a:xfrm>
          <a:off x="2140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Superposition</a:t>
          </a:r>
        </a:p>
      </dsp:txBody>
      <dsp:txXfrm>
        <a:off x="2140435" y="2276522"/>
        <a:ext cx="1800000" cy="720000"/>
      </dsp:txXfrm>
    </dsp:sp>
    <dsp:sp modelId="{1184B2F9-6AFF-49C8-8364-9A36534F043F}">
      <dsp:nvSpPr>
        <dsp:cNvPr id="0" name=""/>
        <dsp:cNvSpPr/>
      </dsp:nvSpPr>
      <dsp:spPr>
        <a:xfrm>
          <a:off x="4750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AEFFD6-C697-443E-804C-35F5FC1D87B2}">
      <dsp:nvSpPr>
        <dsp:cNvPr id="0" name=""/>
        <dsp:cNvSpPr/>
      </dsp:nvSpPr>
      <dsp:spPr>
        <a:xfrm>
          <a:off x="4255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Entanglement</a:t>
          </a:r>
        </a:p>
      </dsp:txBody>
      <dsp:txXfrm>
        <a:off x="4255435" y="2276522"/>
        <a:ext cx="1800000" cy="720000"/>
      </dsp:txXfrm>
    </dsp:sp>
    <dsp:sp modelId="{09172D15-B0BB-4CC5-A36A-99D78C57DDC6}">
      <dsp:nvSpPr>
        <dsp:cNvPr id="0" name=""/>
        <dsp:cNvSpPr/>
      </dsp:nvSpPr>
      <dsp:spPr>
        <a:xfrm>
          <a:off x="6865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F712BB-E2C0-47F9-9653-ED5FD7B9D01E}">
      <dsp:nvSpPr>
        <dsp:cNvPr id="0" name=""/>
        <dsp:cNvSpPr/>
      </dsp:nvSpPr>
      <dsp:spPr>
        <a:xfrm>
          <a:off x="6370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Measurement</a:t>
          </a:r>
        </a:p>
      </dsp:txBody>
      <dsp:txXfrm>
        <a:off x="6370435" y="2276522"/>
        <a:ext cx="1800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AF1B38-FE80-41A3-85B4-CE4B0677E7EC}">
      <dsp:nvSpPr>
        <dsp:cNvPr id="0" name=""/>
        <dsp:cNvSpPr/>
      </dsp:nvSpPr>
      <dsp:spPr>
        <a:xfrm>
          <a:off x="0" y="1913"/>
          <a:ext cx="399335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57D666-3D5F-461F-B5D6-4BD548F7302D}">
      <dsp:nvSpPr>
        <dsp:cNvPr id="0" name=""/>
        <dsp:cNvSpPr/>
      </dsp:nvSpPr>
      <dsp:spPr>
        <a:xfrm>
          <a:off x="0" y="1913"/>
          <a:ext cx="3993357" cy="13052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• Classical Bits vs Quantum Bits</a:t>
          </a:r>
        </a:p>
      </dsp:txBody>
      <dsp:txXfrm>
        <a:off x="0" y="1913"/>
        <a:ext cx="3993357" cy="1305236"/>
      </dsp:txXfrm>
    </dsp:sp>
    <dsp:sp modelId="{F1AFC399-8C0C-4E99-8BF6-74D4380A3D23}">
      <dsp:nvSpPr>
        <dsp:cNvPr id="0" name=""/>
        <dsp:cNvSpPr/>
      </dsp:nvSpPr>
      <dsp:spPr>
        <a:xfrm>
          <a:off x="0" y="1307150"/>
          <a:ext cx="3993357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6D66A7-89F4-44F9-84B7-FB2D3FBE46D6}">
      <dsp:nvSpPr>
        <dsp:cNvPr id="0" name=""/>
        <dsp:cNvSpPr/>
      </dsp:nvSpPr>
      <dsp:spPr>
        <a:xfrm>
          <a:off x="0" y="1307150"/>
          <a:ext cx="3993357" cy="13052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• Parallelism in Quantum Computers</a:t>
          </a:r>
        </a:p>
      </dsp:txBody>
      <dsp:txXfrm>
        <a:off x="0" y="1307150"/>
        <a:ext cx="3993357" cy="1305236"/>
      </dsp:txXfrm>
    </dsp:sp>
    <dsp:sp modelId="{3865C025-7B2A-4EC8-B564-383E4B2B476F}">
      <dsp:nvSpPr>
        <dsp:cNvPr id="0" name=""/>
        <dsp:cNvSpPr/>
      </dsp:nvSpPr>
      <dsp:spPr>
        <a:xfrm>
          <a:off x="0" y="2612387"/>
          <a:ext cx="3993357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05E913-8917-4348-9B37-7878C796C280}">
      <dsp:nvSpPr>
        <dsp:cNvPr id="0" name=""/>
        <dsp:cNvSpPr/>
      </dsp:nvSpPr>
      <dsp:spPr>
        <a:xfrm>
          <a:off x="0" y="2612387"/>
          <a:ext cx="3993357" cy="13052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• Exponential Growth in Processing Power</a:t>
          </a:r>
        </a:p>
      </dsp:txBody>
      <dsp:txXfrm>
        <a:off x="0" y="2612387"/>
        <a:ext cx="3993357" cy="130523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0A118A-A7DD-46B5-A350-4C7959D1EF61}">
      <dsp:nvSpPr>
        <dsp:cNvPr id="0" name=""/>
        <dsp:cNvSpPr/>
      </dsp:nvSpPr>
      <dsp:spPr>
        <a:xfrm>
          <a:off x="518185" y="517202"/>
          <a:ext cx="1475437" cy="1475437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4ABA13-A0CE-4E24-9EBF-12F304CB3B99}">
      <dsp:nvSpPr>
        <dsp:cNvPr id="0" name=""/>
        <dsp:cNvSpPr/>
      </dsp:nvSpPr>
      <dsp:spPr>
        <a:xfrm>
          <a:off x="832623" y="831639"/>
          <a:ext cx="846562" cy="846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39356E-A4B5-44BE-81A4-A644DFD89A4D}">
      <dsp:nvSpPr>
        <dsp:cNvPr id="0" name=""/>
        <dsp:cNvSpPr/>
      </dsp:nvSpPr>
      <dsp:spPr>
        <a:xfrm>
          <a:off x="46529" y="24522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• Decoherence and noise</a:t>
          </a:r>
        </a:p>
      </dsp:txBody>
      <dsp:txXfrm>
        <a:off x="46529" y="2452202"/>
        <a:ext cx="2418750" cy="720000"/>
      </dsp:txXfrm>
    </dsp:sp>
    <dsp:sp modelId="{8FF82610-721C-437B-ADAE-65ED45184BAF}">
      <dsp:nvSpPr>
        <dsp:cNvPr id="0" name=""/>
        <dsp:cNvSpPr/>
      </dsp:nvSpPr>
      <dsp:spPr>
        <a:xfrm>
          <a:off x="3360216" y="517202"/>
          <a:ext cx="1475437" cy="1475437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146A727-38B2-4B25-98EE-6107CB102F0E}">
      <dsp:nvSpPr>
        <dsp:cNvPr id="0" name=""/>
        <dsp:cNvSpPr/>
      </dsp:nvSpPr>
      <dsp:spPr>
        <a:xfrm>
          <a:off x="3674654" y="831639"/>
          <a:ext cx="846562" cy="846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730573-B36E-47D9-94EF-23F6FA54ADA4}">
      <dsp:nvSpPr>
        <dsp:cNvPr id="0" name=""/>
        <dsp:cNvSpPr/>
      </dsp:nvSpPr>
      <dsp:spPr>
        <a:xfrm>
          <a:off x="2888560" y="24522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• Quantum error correction techniques</a:t>
          </a:r>
        </a:p>
      </dsp:txBody>
      <dsp:txXfrm>
        <a:off x="2888560" y="2452202"/>
        <a:ext cx="2418750" cy="720000"/>
      </dsp:txXfrm>
    </dsp:sp>
    <dsp:sp modelId="{72B74F42-9A71-4891-A66D-CBF7F3962A07}">
      <dsp:nvSpPr>
        <dsp:cNvPr id="0" name=""/>
        <dsp:cNvSpPr/>
      </dsp:nvSpPr>
      <dsp:spPr>
        <a:xfrm>
          <a:off x="6202248" y="517202"/>
          <a:ext cx="1475437" cy="1475437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8B2DA8-8E8F-48C4-9081-7A4370BF919F}">
      <dsp:nvSpPr>
        <dsp:cNvPr id="0" name=""/>
        <dsp:cNvSpPr/>
      </dsp:nvSpPr>
      <dsp:spPr>
        <a:xfrm>
          <a:off x="6516685" y="831639"/>
          <a:ext cx="846562" cy="8465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A05A7F-A340-4FDB-861A-701BDFE25932}">
      <dsp:nvSpPr>
        <dsp:cNvPr id="0" name=""/>
        <dsp:cNvSpPr/>
      </dsp:nvSpPr>
      <dsp:spPr>
        <a:xfrm>
          <a:off x="5730591" y="24522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• Importance of fault-tolerant quantum computing</a:t>
          </a:r>
        </a:p>
      </dsp:txBody>
      <dsp:txXfrm>
        <a:off x="5730591" y="2452202"/>
        <a:ext cx="241875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CFDEEF-01FE-4E78-8267-5194814A643B}">
      <dsp:nvSpPr>
        <dsp:cNvPr id="0" name=""/>
        <dsp:cNvSpPr/>
      </dsp:nvSpPr>
      <dsp:spPr>
        <a:xfrm>
          <a:off x="0" y="955306"/>
          <a:ext cx="4726201" cy="176364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F049CE-FAC7-4D2B-9531-A392225284CF}">
      <dsp:nvSpPr>
        <dsp:cNvPr id="0" name=""/>
        <dsp:cNvSpPr/>
      </dsp:nvSpPr>
      <dsp:spPr>
        <a:xfrm>
          <a:off x="533501" y="1352126"/>
          <a:ext cx="970003" cy="97000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49219A-C4DA-4E3D-896D-F8F7F6F33B6C}">
      <dsp:nvSpPr>
        <dsp:cNvPr id="0" name=""/>
        <dsp:cNvSpPr/>
      </dsp:nvSpPr>
      <dsp:spPr>
        <a:xfrm>
          <a:off x="2037007" y="955306"/>
          <a:ext cx="2689193" cy="17636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652" tIns="186652" rIns="186652" bIns="186652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IBM, Google, Microsoft quantum initiatives</a:t>
          </a:r>
        </a:p>
      </dsp:txBody>
      <dsp:txXfrm>
        <a:off x="2037007" y="955306"/>
        <a:ext cx="2689193" cy="1763642"/>
      </dsp:txXfrm>
    </dsp:sp>
    <dsp:sp modelId="{67663EA4-70F1-424C-AEFF-9C726D3EF483}">
      <dsp:nvSpPr>
        <dsp:cNvPr id="0" name=""/>
        <dsp:cNvSpPr/>
      </dsp:nvSpPr>
      <dsp:spPr>
        <a:xfrm>
          <a:off x="0" y="3159859"/>
          <a:ext cx="4726201" cy="176364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74E128-4C3B-436C-B921-FB63EBCE00A9}">
      <dsp:nvSpPr>
        <dsp:cNvPr id="0" name=""/>
        <dsp:cNvSpPr/>
      </dsp:nvSpPr>
      <dsp:spPr>
        <a:xfrm>
          <a:off x="533501" y="3556679"/>
          <a:ext cx="970003" cy="97000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5062C6-534D-4471-A63A-705451EE40B2}">
      <dsp:nvSpPr>
        <dsp:cNvPr id="0" name=""/>
        <dsp:cNvSpPr/>
      </dsp:nvSpPr>
      <dsp:spPr>
        <a:xfrm>
          <a:off x="2037007" y="3159859"/>
          <a:ext cx="2689193" cy="17636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652" tIns="186652" rIns="186652" bIns="186652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Practical applications and potential future uses</a:t>
          </a:r>
        </a:p>
      </dsp:txBody>
      <dsp:txXfrm>
        <a:off x="2037007" y="3159859"/>
        <a:ext cx="2689193" cy="176364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576A5F-DDA1-4EA8-B17C-A4DA67666120}">
      <dsp:nvSpPr>
        <dsp:cNvPr id="0" name=""/>
        <dsp:cNvSpPr/>
      </dsp:nvSpPr>
      <dsp:spPr>
        <a:xfrm>
          <a:off x="750914" y="1203373"/>
          <a:ext cx="1081248" cy="108124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368BB4-C387-4C76-813E-1D9E99C368A7}">
      <dsp:nvSpPr>
        <dsp:cNvPr id="0" name=""/>
        <dsp:cNvSpPr/>
      </dsp:nvSpPr>
      <dsp:spPr>
        <a:xfrm>
          <a:off x="90151" y="2602589"/>
          <a:ext cx="240277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Recap of quantum computing fundamentals</a:t>
          </a:r>
        </a:p>
      </dsp:txBody>
      <dsp:txXfrm>
        <a:off x="90151" y="2602589"/>
        <a:ext cx="2402775" cy="720000"/>
      </dsp:txXfrm>
    </dsp:sp>
    <dsp:sp modelId="{2BFB759D-A9E5-46ED-B6AC-7FCF53D3281B}">
      <dsp:nvSpPr>
        <dsp:cNvPr id="0" name=""/>
        <dsp:cNvSpPr/>
      </dsp:nvSpPr>
      <dsp:spPr>
        <a:xfrm>
          <a:off x="3574175" y="1203373"/>
          <a:ext cx="1081248" cy="108124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64D318-B0B5-4F22-9ABA-A109B4771EC6}">
      <dsp:nvSpPr>
        <dsp:cNvPr id="0" name=""/>
        <dsp:cNvSpPr/>
      </dsp:nvSpPr>
      <dsp:spPr>
        <a:xfrm>
          <a:off x="2913412" y="2602589"/>
          <a:ext cx="240277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Future potential and challenges</a:t>
          </a:r>
        </a:p>
      </dsp:txBody>
      <dsp:txXfrm>
        <a:off x="2913412" y="2602589"/>
        <a:ext cx="2402775" cy="720000"/>
      </dsp:txXfrm>
    </dsp:sp>
    <dsp:sp modelId="{2F5B4E9E-BFDE-4DF2-BAFE-67F27A6F24CF}">
      <dsp:nvSpPr>
        <dsp:cNvPr id="0" name=""/>
        <dsp:cNvSpPr/>
      </dsp:nvSpPr>
      <dsp:spPr>
        <a:xfrm>
          <a:off x="6397436" y="1203373"/>
          <a:ext cx="1081248" cy="108124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63A47B-7913-4838-B111-EC640025A2B7}">
      <dsp:nvSpPr>
        <dsp:cNvPr id="0" name=""/>
        <dsp:cNvSpPr/>
      </dsp:nvSpPr>
      <dsp:spPr>
        <a:xfrm>
          <a:off x="5736673" y="2602589"/>
          <a:ext cx="240277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Final thoughts on the technology</a:t>
          </a:r>
        </a:p>
      </dsp:txBody>
      <dsp:txXfrm>
        <a:off x="5736673" y="2602589"/>
        <a:ext cx="2402775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Video 4" descr="3D Graphs">
            <a:extLst>
              <a:ext uri="{FF2B5EF4-FFF2-40B4-BE49-F238E27FC236}">
                <a16:creationId xmlns:a16="http://schemas.microsoft.com/office/drawing/2014/main" id="{2A778C66-9170-943E-4897-18B74E7AF5B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r="24786" b="-1"/>
          <a:stretch/>
        </p:blipFill>
        <p:spPr>
          <a:xfrm>
            <a:off x="-2285" y="10"/>
            <a:ext cx="9143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9143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325550"/>
            <a:ext cx="75438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sz="4500">
                <a:solidFill>
                  <a:srgbClr val="FFFFFF"/>
                </a:solidFill>
              </a:rPr>
              <a:t>Quantum Computers and Their Architecture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072043"/>
            <a:ext cx="7543800" cy="128270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500">
                <a:solidFill>
                  <a:srgbClr val="FFFFFF"/>
                </a:solidFill>
              </a:rPr>
              <a:t>Revolutionizing Computing Through Quantum Mechanics</a:t>
            </a:r>
          </a:p>
          <a:p>
            <a:pPr>
              <a:lnSpc>
                <a:spcPct val="90000"/>
              </a:lnSpc>
            </a:pPr>
            <a:r>
              <a:rPr lang="en-US" sz="2500">
                <a:solidFill>
                  <a:srgbClr val="FFFFFF"/>
                </a:solidFill>
              </a:rPr>
              <a:t>Your Name &amp; Date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685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0" y="762001"/>
            <a:ext cx="4000647" cy="1708242"/>
          </a:xfrm>
        </p:spPr>
        <p:txBody>
          <a:bodyPr anchor="ctr">
            <a:normAutofit/>
          </a:bodyPr>
          <a:lstStyle/>
          <a:p>
            <a:r>
              <a:rPr lang="en-US" sz="3500"/>
              <a:t>Introduction to Quantum Computing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0" y="2470244"/>
            <a:ext cx="4000647" cy="3769835"/>
          </a:xfrm>
        </p:spPr>
        <p:txBody>
          <a:bodyPr anchor="ctr">
            <a:normAutofit/>
          </a:bodyPr>
          <a:lstStyle/>
          <a:p>
            <a:r>
              <a:rPr lang="en-US" sz="1700"/>
              <a:t>• Definition of quantum computing</a:t>
            </a:r>
          </a:p>
          <a:p>
            <a:r>
              <a:rPr lang="en-US" sz="1700"/>
              <a:t>• Difference between classical and quantum computers</a:t>
            </a:r>
          </a:p>
        </p:txBody>
      </p:sp>
      <p:pic>
        <p:nvPicPr>
          <p:cNvPr id="14" name="Picture 13" descr="Water droplet on a petal">
            <a:extLst>
              <a:ext uri="{FF2B5EF4-FFF2-40B4-BE49-F238E27FC236}">
                <a16:creationId xmlns:a16="http://schemas.microsoft.com/office/drawing/2014/main" id="{7038DA94-E742-07C8-6D4A-B6259D4A533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797" r="30441" b="-1"/>
          <a:stretch/>
        </p:blipFill>
        <p:spPr>
          <a:xfrm>
            <a:off x="5143347" y="-10886"/>
            <a:ext cx="4000653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Key Concepts in Quantum Computing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1393259-0A6F-52A1-AF45-D6469CD019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87775352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758" y="327025"/>
            <a:ext cx="3993358" cy="1630363"/>
          </a:xfrm>
        </p:spPr>
        <p:txBody>
          <a:bodyPr anchor="b">
            <a:normAutofit/>
          </a:bodyPr>
          <a:lstStyle/>
          <a:p>
            <a:r>
              <a:rPr lang="en-US" sz="3100"/>
              <a:t>Quantum vs Classical Computing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5C4159-3887-840B-E639-BD06A1B142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864" r="2679" b="-2"/>
          <a:stretch/>
        </p:blipFill>
        <p:spPr>
          <a:xfrm>
            <a:off x="4474766" y="1"/>
            <a:ext cx="4669234" cy="6856412"/>
          </a:xfrm>
          <a:custGeom>
            <a:avLst/>
            <a:gdLst/>
            <a:ahLst/>
            <a:cxnLst/>
            <a:rect l="l" t="t" r="r" b="b"/>
            <a:pathLst>
              <a:path w="5620032" h="6856412">
                <a:moveTo>
                  <a:pt x="13187" y="0"/>
                </a:moveTo>
                <a:lnTo>
                  <a:pt x="5620032" y="0"/>
                </a:lnTo>
                <a:lnTo>
                  <a:pt x="5620032" y="6856412"/>
                </a:lnTo>
                <a:lnTo>
                  <a:pt x="0" y="6856412"/>
                </a:lnTo>
                <a:lnTo>
                  <a:pt x="64318" y="6298274"/>
                </a:lnTo>
                <a:cubicBezTo>
                  <a:pt x="203221" y="4970220"/>
                  <a:pt x="240510" y="3632077"/>
                  <a:pt x="97152" y="2276000"/>
                </a:cubicBezTo>
                <a:cubicBezTo>
                  <a:pt x="35713" y="1694824"/>
                  <a:pt x="7455" y="1116942"/>
                  <a:pt x="6154" y="541737"/>
                </a:cubicBezTo>
                <a:close/>
              </a:path>
            </a:pathLst>
          </a:custGeom>
        </p:spPr>
      </p:pic>
      <p:graphicFrame>
        <p:nvGraphicFramePr>
          <p:cNvPr id="11" name="Content Placeholder 2">
            <a:extLst>
              <a:ext uri="{FF2B5EF4-FFF2-40B4-BE49-F238E27FC236}">
                <a16:creationId xmlns:a16="http://schemas.microsoft.com/office/drawing/2014/main" id="{3E34EA26-FDCC-0773-551D-82EC9F50C0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84144735"/>
              </p:ext>
            </p:extLst>
          </p:nvPr>
        </p:nvGraphicFramePr>
        <p:xfrm>
          <a:off x="360759" y="2286001"/>
          <a:ext cx="3993357" cy="39195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500"/>
              <a:t>Quantum Computing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en-US" sz="1700"/>
              <a:t>• Shor's Algorithm (for factoring)</a:t>
            </a:r>
          </a:p>
          <a:p>
            <a:r>
              <a:rPr lang="en-US" sz="1700"/>
              <a:t>• Grover's Algorithm (for searching)</a:t>
            </a:r>
          </a:p>
          <a:p>
            <a:r>
              <a:rPr lang="en-US" sz="1700"/>
              <a:t>• Quantum Fourier Transform (QFT)</a:t>
            </a:r>
          </a:p>
        </p:txBody>
      </p:sp>
      <p:pic>
        <p:nvPicPr>
          <p:cNvPr id="5" name="Picture 4" descr="Formulae written on a blackboard">
            <a:extLst>
              <a:ext uri="{FF2B5EF4-FFF2-40B4-BE49-F238E27FC236}">
                <a16:creationId xmlns:a16="http://schemas.microsoft.com/office/drawing/2014/main" id="{CABEB575-AD38-5F9F-4A7E-D43FD283FB6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826" r="29624" b="-2"/>
          <a:stretch/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0" y="762001"/>
            <a:ext cx="4000647" cy="1708242"/>
          </a:xfrm>
        </p:spPr>
        <p:txBody>
          <a:bodyPr anchor="ctr">
            <a:normAutofit/>
          </a:bodyPr>
          <a:lstStyle/>
          <a:p>
            <a:r>
              <a:rPr lang="en-US" sz="3500"/>
              <a:t>Quantum Gates and Circuits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0" y="2470244"/>
            <a:ext cx="4000647" cy="3769835"/>
          </a:xfrm>
        </p:spPr>
        <p:txBody>
          <a:bodyPr anchor="ctr">
            <a:normAutofit/>
          </a:bodyPr>
          <a:lstStyle/>
          <a:p>
            <a:r>
              <a:rPr lang="en-US" sz="1700"/>
              <a:t>• Pauli-X, Y, Z Gates</a:t>
            </a:r>
          </a:p>
          <a:p>
            <a:r>
              <a:rPr lang="en-US" sz="1700"/>
              <a:t>• Hadamard Gate</a:t>
            </a:r>
          </a:p>
          <a:p>
            <a:r>
              <a:rPr lang="en-US" sz="1700"/>
              <a:t>• CNOT Gate</a:t>
            </a:r>
          </a:p>
          <a:p>
            <a:r>
              <a:rPr lang="en-US" sz="1700"/>
              <a:t>• Quantum Circuits Overview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59E78E8-A06D-F7DD-EC89-FC7C874ADD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270" r="27967" b="-1"/>
          <a:stretch/>
        </p:blipFill>
        <p:spPr>
          <a:xfrm>
            <a:off x="5143347" y="-10886"/>
            <a:ext cx="4000653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500"/>
              <a:t>Quantum Computing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en-US" sz="1700"/>
              <a:t>• Qubits: Physical implementations</a:t>
            </a:r>
          </a:p>
          <a:p>
            <a:r>
              <a:rPr lang="en-US" sz="1700"/>
              <a:t>• Quantum Registers</a:t>
            </a:r>
          </a:p>
          <a:p>
            <a:r>
              <a:rPr lang="en-US" sz="1700"/>
              <a:t>• Quantum Processor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16C28D-1D74-B5F6-0E26-1F41EE3196B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664" r="47794"/>
          <a:stretch/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0" y="762001"/>
            <a:ext cx="4000647" cy="1708242"/>
          </a:xfrm>
        </p:spPr>
        <p:txBody>
          <a:bodyPr anchor="ctr">
            <a:normAutofit/>
          </a:bodyPr>
          <a:lstStyle/>
          <a:p>
            <a:r>
              <a:rPr lang="en-US" sz="3500"/>
              <a:t>Types of Quantum Computers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0" y="2470244"/>
            <a:ext cx="4000647" cy="3769835"/>
          </a:xfrm>
        </p:spPr>
        <p:txBody>
          <a:bodyPr anchor="ctr">
            <a:normAutofit/>
          </a:bodyPr>
          <a:lstStyle/>
          <a:p>
            <a:r>
              <a:rPr lang="en-US" sz="1700"/>
              <a:t>• Quantum Annealers (e.g., D-Wave)</a:t>
            </a:r>
          </a:p>
          <a:p>
            <a:r>
              <a:rPr lang="en-US" sz="1700"/>
              <a:t>• Universal Quantum Computers</a:t>
            </a:r>
          </a:p>
          <a:p>
            <a:r>
              <a:rPr lang="en-US" sz="1700"/>
              <a:t>• Topological Quantum Computers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EC27566-465B-EBD4-8AA3-87546C8006A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217" r="41021" b="-1"/>
          <a:stretch/>
        </p:blipFill>
        <p:spPr>
          <a:xfrm>
            <a:off x="5143347" y="-10886"/>
            <a:ext cx="4000653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Slide Background">
            <a:extLst>
              <a:ext uri="{FF2B5EF4-FFF2-40B4-BE49-F238E27FC236}">
                <a16:creationId xmlns:a16="http://schemas.microsoft.com/office/drawing/2014/main" id="{B210AC1D-4063-4C6E-9528-FA9C4C0C18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2F8C595-E68C-4306-AED8-DC7826A0A5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562310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556" y="762001"/>
            <a:ext cx="3117384" cy="1708244"/>
          </a:xfrm>
        </p:spPr>
        <p:txBody>
          <a:bodyPr anchor="ctr">
            <a:normAutofit/>
          </a:bodyPr>
          <a:lstStyle/>
          <a:p>
            <a:r>
              <a:rPr lang="en-US" sz="3500"/>
              <a:t>Quantum Hardware Technologies</a:t>
            </a:r>
          </a:p>
        </p:txBody>
      </p:sp>
      <p:pic>
        <p:nvPicPr>
          <p:cNvPr id="13" name="Picture 12" descr="Close up of circuit board">
            <a:extLst>
              <a:ext uri="{FF2B5EF4-FFF2-40B4-BE49-F238E27FC236}">
                <a16:creationId xmlns:a16="http://schemas.microsoft.com/office/drawing/2014/main" id="{43FFBE14-595C-DC98-A705-3B606105BF1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394" r="37106" b="-2"/>
          <a:stretch/>
        </p:blipFill>
        <p:spPr>
          <a:xfrm>
            <a:off x="20" y="-2"/>
            <a:ext cx="4571980" cy="6858002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2556" y="2470245"/>
            <a:ext cx="3117384" cy="3769835"/>
          </a:xfrm>
        </p:spPr>
        <p:txBody>
          <a:bodyPr anchor="ctr">
            <a:normAutofit/>
          </a:bodyPr>
          <a:lstStyle/>
          <a:p>
            <a:r>
              <a:rPr lang="en-US" sz="1700"/>
              <a:t>• Superconducting Circuits</a:t>
            </a:r>
          </a:p>
          <a:p>
            <a:r>
              <a:rPr lang="en-US" sz="1700"/>
              <a:t>• Trapped Ions</a:t>
            </a:r>
          </a:p>
          <a:p>
            <a:r>
              <a:rPr lang="en-US" sz="1700"/>
              <a:t>• Photonic Quantum Computers</a:t>
            </a:r>
          </a:p>
          <a:p>
            <a:r>
              <a:rPr lang="en-US" sz="1700"/>
              <a:t>• Challenges in building quantum hardware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Error Correction and Quantum Decoherence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225D92E-753B-BD75-EA11-7C8EB9FDD8F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57249363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n-US" sz="3700">
                <a:solidFill>
                  <a:schemeClr val="bg1"/>
                </a:solidFill>
              </a:rPr>
              <a:t>Current Status and Future of Quantum Computing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FB034EE-CECD-0365-AA63-A9FE4D2E11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7359570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5189715-3815-E1BB-5B52-98D42872ED2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228</Words>
  <Application>Microsoft Office PowerPoint</Application>
  <PresentationFormat>On-screen Show (4:3)</PresentationFormat>
  <Paragraphs>48</Paragraphs>
  <Slides>12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Quantum Computers and Their Architecture</vt:lpstr>
      <vt:lpstr>Introduction to Quantum Computing</vt:lpstr>
      <vt:lpstr>Key Concepts in Quantum Computing</vt:lpstr>
      <vt:lpstr>Quantum vs Classical Computing</vt:lpstr>
      <vt:lpstr>Quantum Computing Algorithms</vt:lpstr>
      <vt:lpstr>Quantum Gates and Circuits</vt:lpstr>
      <vt:lpstr>Quantum Computing Architecture</vt:lpstr>
      <vt:lpstr>Types of Quantum Computers</vt:lpstr>
      <vt:lpstr>Quantum Hardware Technologies</vt:lpstr>
      <vt:lpstr>Error Correction and Quantum Decoherence</vt:lpstr>
      <vt:lpstr>Current Status and Future of Quantum Computing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Dhakshinamoorthy, Kanageshwaran</cp:lastModifiedBy>
  <cp:revision>2</cp:revision>
  <dcterms:created xsi:type="dcterms:W3CDTF">2013-01-27T09:14:16Z</dcterms:created>
  <dcterms:modified xsi:type="dcterms:W3CDTF">2024-09-24T01:04:07Z</dcterms:modified>
  <cp:category/>
</cp:coreProperties>
</file>